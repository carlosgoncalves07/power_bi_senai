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780" r:id="rId3"/>
    <p:sldMasterId id="2147483792" r:id="rId4"/>
  </p:sldMasterIdLst>
  <p:notesMasterIdLst>
    <p:notesMasterId r:id="rId19"/>
  </p:notesMasterIdLst>
  <p:sldIdLst>
    <p:sldId id="271" r:id="rId5"/>
    <p:sldId id="317" r:id="rId6"/>
    <p:sldId id="367" r:id="rId7"/>
    <p:sldId id="389" r:id="rId8"/>
    <p:sldId id="390" r:id="rId9"/>
    <p:sldId id="391" r:id="rId10"/>
    <p:sldId id="392" r:id="rId11"/>
    <p:sldId id="313" r:id="rId12"/>
    <p:sldId id="334" r:id="rId13"/>
    <p:sldId id="272" r:id="rId14"/>
    <p:sldId id="318" r:id="rId15"/>
    <p:sldId id="388" r:id="rId16"/>
    <p:sldId id="331" r:id="rId17"/>
    <p:sldId id="358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or Malschitzky" initials="VM" lastIdx="15" clrIdx="0">
    <p:extLst>
      <p:ext uri="{19B8F6BF-5375-455C-9EA6-DF929625EA0E}">
        <p15:presenceInfo xmlns:p15="http://schemas.microsoft.com/office/powerpoint/2012/main" userId="8cc8eb146c14c0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970D"/>
    <a:srgbClr val="035480"/>
    <a:srgbClr val="FEB51F"/>
    <a:srgbClr val="E6E6E6"/>
    <a:srgbClr val="FFC876"/>
    <a:srgbClr val="7B8F00"/>
    <a:srgbClr val="3D0F5C"/>
    <a:srgbClr val="213E70"/>
    <a:srgbClr val="81AEC6"/>
    <a:srgbClr val="F6F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CD0C2-651F-48EB-9014-B477B62D2459}" v="33" dt="2020-06-16T18:32:45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3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1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Neves" userId="c57c9de82bfc8463" providerId="LiveId" clId="{DD3D527B-9ACB-4DFB-8021-47D6AD89198C}"/>
    <pc:docChg chg="undo custSel addSld modSld">
      <pc:chgData name="Ricardo Neves" userId="c57c9de82bfc8463" providerId="LiveId" clId="{DD3D527B-9ACB-4DFB-8021-47D6AD89198C}" dt="2020-05-29T13:03:20.311" v="1232" actId="478"/>
      <pc:docMkLst>
        <pc:docMk/>
      </pc:docMkLst>
      <pc:sldChg chg="addSp delSp modSp new mod">
        <pc:chgData name="Ricardo Neves" userId="c57c9de82bfc8463" providerId="LiveId" clId="{DD3D527B-9ACB-4DFB-8021-47D6AD89198C}" dt="2020-05-29T12:08:06.409" v="409" actId="478"/>
        <pc:sldMkLst>
          <pc:docMk/>
          <pc:sldMk cId="331609165" sldId="256"/>
        </pc:sldMkLst>
        <pc:spChg chg="del">
          <ac:chgData name="Ricardo Neves" userId="c57c9de82bfc8463" providerId="LiveId" clId="{DD3D527B-9ACB-4DFB-8021-47D6AD89198C}" dt="2020-05-27T20:03:10.351" v="1" actId="478"/>
          <ac:spMkLst>
            <pc:docMk/>
            <pc:sldMk cId="331609165" sldId="256"/>
            <ac:spMk id="2" creationId="{DBBBA9D7-4D09-450D-80B5-EF561464867C}"/>
          </ac:spMkLst>
        </pc:spChg>
        <pc:spChg chg="del">
          <ac:chgData name="Ricardo Neves" userId="c57c9de82bfc8463" providerId="LiveId" clId="{DD3D527B-9ACB-4DFB-8021-47D6AD89198C}" dt="2020-05-27T20:03:13.266" v="2" actId="478"/>
          <ac:spMkLst>
            <pc:docMk/>
            <pc:sldMk cId="331609165" sldId="256"/>
            <ac:spMk id="3" creationId="{592AEDAD-E38A-49D3-9C1A-316AA67843EF}"/>
          </ac:spMkLst>
        </pc:spChg>
        <pc:spChg chg="add del mod">
          <ac:chgData name="Ricardo Neves" userId="c57c9de82bfc8463" providerId="LiveId" clId="{DD3D527B-9ACB-4DFB-8021-47D6AD89198C}" dt="2020-05-29T12:08:06.409" v="409" actId="478"/>
          <ac:spMkLst>
            <pc:docMk/>
            <pc:sldMk cId="331609165" sldId="256"/>
            <ac:spMk id="3" creationId="{65CA6B62-7C99-4F04-9BA8-46AA46E73757}"/>
          </ac:spMkLst>
        </pc:spChg>
        <pc:picChg chg="add mod modCrop">
          <ac:chgData name="Ricardo Neves" userId="c57c9de82bfc8463" providerId="LiveId" clId="{DD3D527B-9ACB-4DFB-8021-47D6AD89198C}" dt="2020-05-27T20:05:32.863" v="20" actId="732"/>
          <ac:picMkLst>
            <pc:docMk/>
            <pc:sldMk cId="331609165" sldId="256"/>
            <ac:picMk id="5" creationId="{0A82394C-4041-4B6B-9069-CBFDA0170068}"/>
          </ac:picMkLst>
        </pc:picChg>
      </pc:sldChg>
      <pc:sldChg chg="addSp delSp modSp new mod">
        <pc:chgData name="Ricardo Neves" userId="c57c9de82bfc8463" providerId="LiveId" clId="{DD3D527B-9ACB-4DFB-8021-47D6AD89198C}" dt="2020-05-29T13:02:45.227" v="1229" actId="478"/>
        <pc:sldMkLst>
          <pc:docMk/>
          <pc:sldMk cId="717889628" sldId="257"/>
        </pc:sldMkLst>
        <pc:spChg chg="del">
          <ac:chgData name="Ricardo Neves" userId="c57c9de82bfc8463" providerId="LiveId" clId="{DD3D527B-9ACB-4DFB-8021-47D6AD89198C}" dt="2020-05-27T20:03:23.980" v="4" actId="478"/>
          <ac:spMkLst>
            <pc:docMk/>
            <pc:sldMk cId="717889628" sldId="257"/>
            <ac:spMk id="2" creationId="{2FE284A3-7409-4E76-A4D8-7BE9DDA3B0F5}"/>
          </ac:spMkLst>
        </pc:spChg>
        <pc:spChg chg="add del mod">
          <ac:chgData name="Ricardo Neves" userId="c57c9de82bfc8463" providerId="LiveId" clId="{DD3D527B-9ACB-4DFB-8021-47D6AD89198C}" dt="2020-05-29T13:02:45.227" v="1229" actId="478"/>
          <ac:spMkLst>
            <pc:docMk/>
            <pc:sldMk cId="717889628" sldId="257"/>
            <ac:spMk id="2" creationId="{6948D747-0B93-4D9A-A40C-D24245925C96}"/>
          </ac:spMkLst>
        </pc:spChg>
        <pc:spChg chg="del">
          <ac:chgData name="Ricardo Neves" userId="c57c9de82bfc8463" providerId="LiveId" clId="{DD3D527B-9ACB-4DFB-8021-47D6AD89198C}" dt="2020-05-27T20:03:24.987" v="5" actId="478"/>
          <ac:spMkLst>
            <pc:docMk/>
            <pc:sldMk cId="717889628" sldId="257"/>
            <ac:spMk id="3" creationId="{26B6EE81-DC86-4059-A530-45732E382139}"/>
          </ac:spMkLst>
        </pc:spChg>
        <pc:spChg chg="add mod">
          <ac:chgData name="Ricardo Neves" userId="c57c9de82bfc8463" providerId="LiveId" clId="{DD3D527B-9ACB-4DFB-8021-47D6AD89198C}" dt="2020-05-29T12:15:53.194" v="438" actId="14100"/>
          <ac:spMkLst>
            <pc:docMk/>
            <pc:sldMk cId="717889628" sldId="257"/>
            <ac:spMk id="3" creationId="{A76D453A-5618-4EED-8D7C-9C02641CF869}"/>
          </ac:spMkLst>
        </pc:spChg>
        <pc:spChg chg="add mod">
          <ac:chgData name="Ricardo Neves" userId="c57c9de82bfc8463" providerId="LiveId" clId="{DD3D527B-9ACB-4DFB-8021-47D6AD89198C}" dt="2020-05-29T12:32:33.177" v="706" actId="108"/>
          <ac:spMkLst>
            <pc:docMk/>
            <pc:sldMk cId="717889628" sldId="257"/>
            <ac:spMk id="4" creationId="{76D552AA-AAAA-4D6A-9D3D-7CFB4FCFB168}"/>
          </ac:spMkLst>
        </pc:spChg>
        <pc:spChg chg="add mod">
          <ac:chgData name="Ricardo Neves" userId="c57c9de82bfc8463" providerId="LiveId" clId="{DD3D527B-9ACB-4DFB-8021-47D6AD89198C}" dt="2020-05-29T12:19:08.714" v="531" actId="207"/>
          <ac:spMkLst>
            <pc:docMk/>
            <pc:sldMk cId="717889628" sldId="257"/>
            <ac:spMk id="6" creationId="{D3907CCD-D724-44DB-BB50-D1E66B8B71AA}"/>
          </ac:spMkLst>
        </pc:spChg>
        <pc:spChg chg="add del mod">
          <ac:chgData name="Ricardo Neves" userId="c57c9de82bfc8463" providerId="LiveId" clId="{DD3D527B-9ACB-4DFB-8021-47D6AD89198C}" dt="2020-05-29T12:16:01.234" v="440" actId="478"/>
          <ac:spMkLst>
            <pc:docMk/>
            <pc:sldMk cId="717889628" sldId="257"/>
            <ac:spMk id="8" creationId="{451D5E59-4F92-409D-B3F2-6B362DF8EB06}"/>
          </ac:spMkLst>
        </pc:spChg>
        <pc:spChg chg="add mod">
          <ac:chgData name="Ricardo Neves" userId="c57c9de82bfc8463" providerId="LiveId" clId="{DD3D527B-9ACB-4DFB-8021-47D6AD89198C}" dt="2020-05-29T12:16:05.818" v="442" actId="1076"/>
          <ac:spMkLst>
            <pc:docMk/>
            <pc:sldMk cId="717889628" sldId="257"/>
            <ac:spMk id="9" creationId="{8FABB0C2-D8C7-4801-AD2C-6AF372291DDC}"/>
          </ac:spMkLst>
        </pc:spChg>
        <pc:spChg chg="add mod">
          <ac:chgData name="Ricardo Neves" userId="c57c9de82bfc8463" providerId="LiveId" clId="{DD3D527B-9ACB-4DFB-8021-47D6AD89198C}" dt="2020-05-29T12:21:51.970" v="533" actId="1076"/>
          <ac:spMkLst>
            <pc:docMk/>
            <pc:sldMk cId="717889628" sldId="257"/>
            <ac:spMk id="10" creationId="{E4EB24C2-85FB-48CA-9C9B-DB8E8DF9BAD2}"/>
          </ac:spMkLst>
        </pc:spChg>
        <pc:spChg chg="add mod">
          <ac:chgData name="Ricardo Neves" userId="c57c9de82bfc8463" providerId="LiveId" clId="{DD3D527B-9ACB-4DFB-8021-47D6AD89198C}" dt="2020-05-29T12:22:16.249" v="536" actId="1076"/>
          <ac:spMkLst>
            <pc:docMk/>
            <pc:sldMk cId="717889628" sldId="257"/>
            <ac:spMk id="11" creationId="{8A7DA4FD-9E1C-4218-96F0-9A277F002FE4}"/>
          </ac:spMkLst>
        </pc:spChg>
        <pc:spChg chg="add mod">
          <ac:chgData name="Ricardo Neves" userId="c57c9de82bfc8463" providerId="LiveId" clId="{DD3D527B-9ACB-4DFB-8021-47D6AD89198C}" dt="2020-05-29T12:25:04.136" v="562" actId="1076"/>
          <ac:spMkLst>
            <pc:docMk/>
            <pc:sldMk cId="717889628" sldId="257"/>
            <ac:spMk id="12" creationId="{33AA51A4-91AF-4792-B96B-3976A7D75AA1}"/>
          </ac:spMkLst>
        </pc:spChg>
        <pc:spChg chg="add mod">
          <ac:chgData name="Ricardo Neves" userId="c57c9de82bfc8463" providerId="LiveId" clId="{DD3D527B-9ACB-4DFB-8021-47D6AD89198C}" dt="2020-05-29T12:22:30.106" v="540" actId="1076"/>
          <ac:spMkLst>
            <pc:docMk/>
            <pc:sldMk cId="717889628" sldId="257"/>
            <ac:spMk id="13" creationId="{B17588EA-C188-4D0D-98F6-69AAA0681FF9}"/>
          </ac:spMkLst>
        </pc:spChg>
        <pc:spChg chg="add mod">
          <ac:chgData name="Ricardo Neves" userId="c57c9de82bfc8463" providerId="LiveId" clId="{DD3D527B-9ACB-4DFB-8021-47D6AD89198C}" dt="2020-05-29T12:23:03.457" v="542" actId="1076"/>
          <ac:spMkLst>
            <pc:docMk/>
            <pc:sldMk cId="717889628" sldId="257"/>
            <ac:spMk id="14" creationId="{B065BDAB-2991-4D6E-B172-0965E8A2D444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5" creationId="{9A8D1ED2-6A44-4BBF-A16F-F84CABDAC6F6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6" creationId="{FEB54817-CC4A-43C8-955C-5027FF3846D2}"/>
          </ac:spMkLst>
        </pc:spChg>
        <pc:spChg chg="add del mod">
          <ac:chgData name="Ricardo Neves" userId="c57c9de82bfc8463" providerId="LiveId" clId="{DD3D527B-9ACB-4DFB-8021-47D6AD89198C}" dt="2020-05-29T12:24:07.945" v="549"/>
          <ac:spMkLst>
            <pc:docMk/>
            <pc:sldMk cId="717889628" sldId="257"/>
            <ac:spMk id="17" creationId="{8303B442-C0D1-47BE-A757-B8CF90E20FD9}"/>
          </ac:spMkLst>
        </pc:spChg>
        <pc:spChg chg="add mod">
          <ac:chgData name="Ricardo Neves" userId="c57c9de82bfc8463" providerId="LiveId" clId="{DD3D527B-9ACB-4DFB-8021-47D6AD89198C}" dt="2020-05-29T12:25:17.304" v="564"/>
          <ac:spMkLst>
            <pc:docMk/>
            <pc:sldMk cId="717889628" sldId="257"/>
            <ac:spMk id="18" creationId="{9B05F18B-2FB4-4D4C-9A34-7CB5DD0FFA0A}"/>
          </ac:spMkLst>
        </pc:spChg>
        <pc:spChg chg="add mod">
          <ac:chgData name="Ricardo Neves" userId="c57c9de82bfc8463" providerId="LiveId" clId="{DD3D527B-9ACB-4DFB-8021-47D6AD89198C}" dt="2020-05-29T12:25:19.769" v="565"/>
          <ac:spMkLst>
            <pc:docMk/>
            <pc:sldMk cId="717889628" sldId="257"/>
            <ac:spMk id="19" creationId="{05B5AE50-2612-45B9-8335-33CA1BF9AB2A}"/>
          </ac:spMkLst>
        </pc:spChg>
        <pc:spChg chg="add mod">
          <ac:chgData name="Ricardo Neves" userId="c57c9de82bfc8463" providerId="LiveId" clId="{DD3D527B-9ACB-4DFB-8021-47D6AD89198C}" dt="2020-05-29T12:26:38.919" v="577"/>
          <ac:spMkLst>
            <pc:docMk/>
            <pc:sldMk cId="717889628" sldId="257"/>
            <ac:spMk id="20" creationId="{CEC8C10E-6ABF-4CCE-B00E-ACDF24EE35B0}"/>
          </ac:spMkLst>
        </pc:spChg>
        <pc:spChg chg="add mod">
          <ac:chgData name="Ricardo Neves" userId="c57c9de82bfc8463" providerId="LiveId" clId="{DD3D527B-9ACB-4DFB-8021-47D6AD89198C}" dt="2020-05-29T12:26:41.905" v="578"/>
          <ac:spMkLst>
            <pc:docMk/>
            <pc:sldMk cId="717889628" sldId="257"/>
            <ac:spMk id="21" creationId="{052EF82D-4ED5-4A64-A427-B6AF194052FD}"/>
          </ac:spMkLst>
        </pc:spChg>
        <pc:spChg chg="add mod">
          <ac:chgData name="Ricardo Neves" userId="c57c9de82bfc8463" providerId="LiveId" clId="{DD3D527B-9ACB-4DFB-8021-47D6AD89198C}" dt="2020-05-29T12:26:18.173" v="574" actId="408"/>
          <ac:spMkLst>
            <pc:docMk/>
            <pc:sldMk cId="717889628" sldId="257"/>
            <ac:spMk id="22" creationId="{8AF2339C-9F3A-4FB1-8E1B-22D503535B88}"/>
          </ac:spMkLst>
        </pc:spChg>
        <pc:picChg chg="add mod">
          <ac:chgData name="Ricardo Neves" userId="c57c9de82bfc8463" providerId="LiveId" clId="{DD3D527B-9ACB-4DFB-8021-47D6AD89198C}" dt="2020-05-27T20:03:40.940" v="10" actId="962"/>
          <ac:picMkLst>
            <pc:docMk/>
            <pc:sldMk cId="717889628" sldId="257"/>
            <ac:picMk id="5" creationId="{A1088D64-5570-44D2-9043-F4156C2BCBFC}"/>
          </ac:picMkLst>
        </pc:picChg>
        <pc:picChg chg="add del mod">
          <ac:chgData name="Ricardo Neves" userId="c57c9de82bfc8463" providerId="LiveId" clId="{DD3D527B-9ACB-4DFB-8021-47D6AD89198C}" dt="2020-05-29T12:07:27.001" v="401" actId="478"/>
          <ac:picMkLst>
            <pc:docMk/>
            <pc:sldMk cId="717889628" sldId="257"/>
            <ac:picMk id="7" creationId="{8E6BBD56-5CA7-406D-A537-C028473FC39F}"/>
          </ac:picMkLst>
        </pc:picChg>
        <pc:picChg chg="add del mod">
          <ac:chgData name="Ricardo Neves" userId="c57c9de82bfc8463" providerId="LiveId" clId="{DD3D527B-9ACB-4DFB-8021-47D6AD89198C}" dt="2020-05-29T13:02:30.823" v="1227" actId="478"/>
          <ac:picMkLst>
            <pc:docMk/>
            <pc:sldMk cId="717889628" sldId="257"/>
            <ac:picMk id="23" creationId="{AAA42A8E-9F29-49E5-BFE1-ABF2184CF2EE}"/>
          </ac:picMkLst>
        </pc:picChg>
      </pc:sldChg>
      <pc:sldChg chg="addSp delSp modSp add mod">
        <pc:chgData name="Ricardo Neves" userId="c57c9de82bfc8463" providerId="LiveId" clId="{DD3D527B-9ACB-4DFB-8021-47D6AD89198C}" dt="2020-05-29T13:03:20.311" v="1232" actId="478"/>
        <pc:sldMkLst>
          <pc:docMk/>
          <pc:sldMk cId="4151929289" sldId="258"/>
        </pc:sldMkLst>
        <pc:spChg chg="mod">
          <ac:chgData name="Ricardo Neves" userId="c57c9de82bfc8463" providerId="LiveId" clId="{DD3D527B-9ACB-4DFB-8021-47D6AD89198C}" dt="2020-05-29T12:56:15.942" v="1031" actId="207"/>
          <ac:spMkLst>
            <pc:docMk/>
            <pc:sldMk cId="4151929289" sldId="258"/>
            <ac:spMk id="2" creationId="{6948D747-0B93-4D9A-A40C-D24245925C96}"/>
          </ac:spMkLst>
        </pc:spChg>
        <pc:spChg chg="mod">
          <ac:chgData name="Ricardo Neves" userId="c57c9de82bfc8463" providerId="LiveId" clId="{DD3D527B-9ACB-4DFB-8021-47D6AD89198C}" dt="2020-05-29T12:57:11.663" v="1037" actId="207"/>
          <ac:spMkLst>
            <pc:docMk/>
            <pc:sldMk cId="4151929289" sldId="258"/>
            <ac:spMk id="4" creationId="{76D552AA-AAAA-4D6A-9D3D-7CFB4FCFB168}"/>
          </ac:spMkLst>
        </pc:spChg>
        <pc:spChg chg="mod">
          <ac:chgData name="Ricardo Neves" userId="c57c9de82bfc8463" providerId="LiveId" clId="{DD3D527B-9ACB-4DFB-8021-47D6AD89198C}" dt="2020-05-29T12:55:38.959" v="1026" actId="207"/>
          <ac:spMkLst>
            <pc:docMk/>
            <pc:sldMk cId="4151929289" sldId="258"/>
            <ac:spMk id="6" creationId="{D3907CCD-D724-44DB-BB50-D1E66B8B71AA}"/>
          </ac:spMkLst>
        </pc:spChg>
        <pc:spChg chg="add mod ord">
          <ac:chgData name="Ricardo Neves" userId="c57c9de82bfc8463" providerId="LiveId" clId="{DD3D527B-9ACB-4DFB-8021-47D6AD89198C}" dt="2020-05-29T12:58:32.776" v="1226" actId="207"/>
          <ac:spMkLst>
            <pc:docMk/>
            <pc:sldMk cId="4151929289" sldId="258"/>
            <ac:spMk id="17" creationId="{431C4E07-4DDF-41E9-BBA6-E7ECA251CE1A}"/>
          </ac:spMkLst>
        </pc:spChg>
        <pc:picChg chg="del">
          <ac:chgData name="Ricardo Neves" userId="c57c9de82bfc8463" providerId="LiveId" clId="{DD3D527B-9ACB-4DFB-8021-47D6AD89198C}" dt="2020-05-29T12:51:53.289" v="710" actId="478"/>
          <ac:picMkLst>
            <pc:docMk/>
            <pc:sldMk cId="4151929289" sldId="258"/>
            <ac:picMk id="5" creationId="{A1088D64-5570-44D2-9043-F4156C2BCBFC}"/>
          </ac:picMkLst>
        </pc:picChg>
        <pc:picChg chg="add mod ord">
          <ac:chgData name="Ricardo Neves" userId="c57c9de82bfc8463" providerId="LiveId" clId="{DD3D527B-9ACB-4DFB-8021-47D6AD89198C}" dt="2020-05-29T12:52:35.880" v="717" actId="14100"/>
          <ac:picMkLst>
            <pc:docMk/>
            <pc:sldMk cId="4151929289" sldId="258"/>
            <ac:picMk id="8" creationId="{A5E090AD-93C2-475C-A0D0-AF87962051DB}"/>
          </ac:picMkLst>
        </pc:picChg>
        <pc:picChg chg="del mod">
          <ac:chgData name="Ricardo Neves" userId="c57c9de82bfc8463" providerId="LiveId" clId="{DD3D527B-9ACB-4DFB-8021-47D6AD89198C}" dt="2020-05-29T13:03:20.311" v="1232" actId="478"/>
          <ac:picMkLst>
            <pc:docMk/>
            <pc:sldMk cId="4151929289" sldId="258"/>
            <ac:picMk id="23" creationId="{AAA42A8E-9F29-49E5-BFE1-ABF2184CF2EE}"/>
          </ac:picMkLst>
        </pc:picChg>
      </pc:sldChg>
    </pc:docChg>
  </pc:docChgLst>
  <pc:docChgLst>
    <pc:chgData name="Ricardo Neves" userId="a2420d86-c959-463f-a209-2fea3ef854c2" providerId="ADAL" clId="{DFDCD0C2-651F-48EB-9014-B477B62D2459}"/>
    <pc:docChg chg="undo custSel addSld delSld modSld">
      <pc:chgData name="Ricardo Neves" userId="a2420d86-c959-463f-a209-2fea3ef854c2" providerId="ADAL" clId="{DFDCD0C2-651F-48EB-9014-B477B62D2459}" dt="2020-06-16T22:04:11.547" v="1426" actId="29295"/>
      <pc:docMkLst>
        <pc:docMk/>
      </pc:docMkLst>
      <pc:sldChg chg="del">
        <pc:chgData name="Ricardo Neves" userId="a2420d86-c959-463f-a209-2fea3ef854c2" providerId="ADAL" clId="{DFDCD0C2-651F-48EB-9014-B477B62D2459}" dt="2020-06-16T18:33:09.500" v="106" actId="2696"/>
        <pc:sldMkLst>
          <pc:docMk/>
          <pc:sldMk cId="717889628" sldId="257"/>
        </pc:sldMkLst>
      </pc:sldChg>
      <pc:sldChg chg="modSp mod">
        <pc:chgData name="Ricardo Neves" userId="a2420d86-c959-463f-a209-2fea3ef854c2" providerId="ADAL" clId="{DFDCD0C2-651F-48EB-9014-B477B62D2459}" dt="2020-06-16T18:23:49.406" v="11" actId="1076"/>
        <pc:sldMkLst>
          <pc:docMk/>
          <pc:sldMk cId="4151929289" sldId="258"/>
        </pc:sldMkLst>
        <pc:picChg chg="mod">
          <ac:chgData name="Ricardo Neves" userId="a2420d86-c959-463f-a209-2fea3ef854c2" providerId="ADAL" clId="{DFDCD0C2-651F-48EB-9014-B477B62D2459}" dt="2020-06-16T18:23:49.406" v="11" actId="1076"/>
          <ac:picMkLst>
            <pc:docMk/>
            <pc:sldMk cId="4151929289" sldId="258"/>
            <ac:picMk id="8" creationId="{A5E090AD-93C2-475C-A0D0-AF87962051DB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18:26:42.342" v="40" actId="1076"/>
        <pc:sldMkLst>
          <pc:docMk/>
          <pc:sldMk cId="2641072960" sldId="259"/>
        </pc:sldMkLst>
        <pc:spChg chg="del">
          <ac:chgData name="Ricardo Neves" userId="a2420d86-c959-463f-a209-2fea3ef854c2" providerId="ADAL" clId="{DFDCD0C2-651F-48EB-9014-B477B62D2459}" dt="2020-06-16T18:18:04.869" v="4" actId="478"/>
          <ac:spMkLst>
            <pc:docMk/>
            <pc:sldMk cId="2641072960" sldId="259"/>
            <ac:spMk id="2" creationId="{3A3F2859-808E-416B-9D41-6602B7BE1E3E}"/>
          </ac:spMkLst>
        </pc:spChg>
        <pc:spChg chg="del">
          <ac:chgData name="Ricardo Neves" userId="a2420d86-c959-463f-a209-2fea3ef854c2" providerId="ADAL" clId="{DFDCD0C2-651F-48EB-9014-B477B62D2459}" dt="2020-06-16T18:18:06.820" v="5" actId="478"/>
          <ac:spMkLst>
            <pc:docMk/>
            <pc:sldMk cId="2641072960" sldId="259"/>
            <ac:spMk id="3" creationId="{D4B3CF67-C160-42BA-8CA8-298958346234}"/>
          </ac:spMkLst>
        </pc:spChg>
        <pc:spChg chg="add mod">
          <ac:chgData name="Ricardo Neves" userId="a2420d86-c959-463f-a209-2fea3ef854c2" providerId="ADAL" clId="{DFDCD0C2-651F-48EB-9014-B477B62D2459}" dt="2020-06-16T18:26:06.718" v="32" actId="1076"/>
          <ac:spMkLst>
            <pc:docMk/>
            <pc:sldMk cId="2641072960" sldId="259"/>
            <ac:spMk id="6" creationId="{002528E8-444A-4D4A-8C6B-F7B84043245E}"/>
          </ac:spMkLst>
        </pc:spChg>
        <pc:spChg chg="add mod">
          <ac:chgData name="Ricardo Neves" userId="a2420d86-c959-463f-a209-2fea3ef854c2" providerId="ADAL" clId="{DFDCD0C2-651F-48EB-9014-B477B62D2459}" dt="2020-06-16T18:26:42.342" v="40" actId="1076"/>
          <ac:spMkLst>
            <pc:docMk/>
            <pc:sldMk cId="2641072960" sldId="259"/>
            <ac:spMk id="7" creationId="{AC2FF912-26CF-4038-AE4F-7781080F1F44}"/>
          </ac:spMkLst>
        </pc:spChg>
        <pc:picChg chg="add mod">
          <ac:chgData name="Ricardo Neves" userId="a2420d86-c959-463f-a209-2fea3ef854c2" providerId="ADAL" clId="{DFDCD0C2-651F-48EB-9014-B477B62D2459}" dt="2020-06-16T18:18:33.824" v="6"/>
          <ac:picMkLst>
            <pc:docMk/>
            <pc:sldMk cId="2641072960" sldId="259"/>
            <ac:picMk id="5" creationId="{1EDD3F1A-757D-43CC-B539-0C08E6541FEA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2:04:11.547" v="1426" actId="29295"/>
        <pc:sldMkLst>
          <pc:docMk/>
          <pc:sldMk cId="1937390665" sldId="260"/>
        </pc:sldMkLst>
        <pc:spChg chg="del">
          <ac:chgData name="Ricardo Neves" userId="a2420d86-c959-463f-a209-2fea3ef854c2" providerId="ADAL" clId="{DFDCD0C2-651F-48EB-9014-B477B62D2459}" dt="2020-06-16T18:18:48.309" v="8" actId="478"/>
          <ac:spMkLst>
            <pc:docMk/>
            <pc:sldMk cId="1937390665" sldId="260"/>
            <ac:spMk id="2" creationId="{51308E28-2EDA-4FF8-83E8-F3E04D9173E0}"/>
          </ac:spMkLst>
        </pc:spChg>
        <pc:spChg chg="del">
          <ac:chgData name="Ricardo Neves" userId="a2420d86-c959-463f-a209-2fea3ef854c2" providerId="ADAL" clId="{DFDCD0C2-651F-48EB-9014-B477B62D2459}" dt="2020-06-16T18:18:49.319" v="9" actId="478"/>
          <ac:spMkLst>
            <pc:docMk/>
            <pc:sldMk cId="1937390665" sldId="260"/>
            <ac:spMk id="3" creationId="{18388FCD-6066-4943-B235-E44479A2F0A6}"/>
          </ac:spMkLst>
        </pc:spChg>
        <pc:spChg chg="add mod ord">
          <ac:chgData name="Ricardo Neves" userId="a2420d86-c959-463f-a209-2fea3ef854c2" providerId="ADAL" clId="{DFDCD0C2-651F-48EB-9014-B477B62D2459}" dt="2020-06-16T19:23:14.336" v="853" actId="167"/>
          <ac:spMkLst>
            <pc:docMk/>
            <pc:sldMk cId="1937390665" sldId="260"/>
            <ac:spMk id="4" creationId="{3106C6AA-BA07-481B-91EF-BBA265255165}"/>
          </ac:spMkLst>
        </pc:spChg>
        <pc:spChg chg="add del mod or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5" creationId="{27C3D95B-6E8D-4A1D-9195-8593B0AF07DA}"/>
          </ac:spMkLst>
        </pc:spChg>
        <pc:spChg chg="add mod">
          <ac:chgData name="Ricardo Neves" userId="a2420d86-c959-463f-a209-2fea3ef854c2" providerId="ADAL" clId="{DFDCD0C2-651F-48EB-9014-B477B62D2459}" dt="2020-06-16T22:03:36.863" v="1412"/>
          <ac:spMkLst>
            <pc:docMk/>
            <pc:sldMk cId="1937390665" sldId="260"/>
            <ac:spMk id="7" creationId="{591FED34-0670-48D2-A363-9ECB25C41D8E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8" creationId="{FFF3DD7E-CF0D-4A6A-A381-FA28574A6DDF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9" creationId="{5CBDE36E-2527-4525-81FC-FDD3D107F262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10" creationId="{CDFAE120-BA82-4006-A63E-BDFECF21FE14}"/>
          </ac:spMkLst>
        </pc:spChg>
        <pc:spChg chg="add del mod">
          <ac:chgData name="Ricardo Neves" userId="a2420d86-c959-463f-a209-2fea3ef854c2" providerId="ADAL" clId="{DFDCD0C2-651F-48EB-9014-B477B62D2459}" dt="2020-06-16T18:27:06.723" v="45" actId="478"/>
          <ac:spMkLst>
            <pc:docMk/>
            <pc:sldMk cId="1937390665" sldId="260"/>
            <ac:spMk id="11" creationId="{184FBECA-F7F0-418E-9221-0118011A06C1}"/>
          </ac:spMkLst>
        </pc:spChg>
        <pc:spChg chg="add del mod">
          <ac:chgData name="Ricardo Neves" userId="a2420d86-c959-463f-a209-2fea3ef854c2" providerId="ADAL" clId="{DFDCD0C2-651F-48EB-9014-B477B62D2459}" dt="2020-06-16T21:50:37.085" v="1362" actId="478"/>
          <ac:spMkLst>
            <pc:docMk/>
            <pc:sldMk cId="1937390665" sldId="260"/>
            <ac:spMk id="12" creationId="{A57822E1-7115-4B6C-A64D-A92C1F9A7183}"/>
          </ac:spMkLst>
        </pc:spChg>
        <pc:spChg chg="add del mod">
          <ac:chgData name="Ricardo Neves" userId="a2420d86-c959-463f-a209-2fea3ef854c2" providerId="ADAL" clId="{DFDCD0C2-651F-48EB-9014-B477B62D2459}" dt="2020-06-16T21:50:28.577" v="1356" actId="478"/>
          <ac:spMkLst>
            <pc:docMk/>
            <pc:sldMk cId="1937390665" sldId="260"/>
            <ac:spMk id="13" creationId="{0C93C631-4844-4CB0-BB2A-23C696867EA8}"/>
          </ac:spMkLst>
        </pc:spChg>
        <pc:spChg chg="add del mod">
          <ac:chgData name="Ricardo Neves" userId="a2420d86-c959-463f-a209-2fea3ef854c2" providerId="ADAL" clId="{DFDCD0C2-651F-48EB-9014-B477B62D2459}" dt="2020-06-16T21:50:39.007" v="1363" actId="478"/>
          <ac:spMkLst>
            <pc:docMk/>
            <pc:sldMk cId="1937390665" sldId="260"/>
            <ac:spMk id="14" creationId="{72389830-CC93-41FE-B79A-E96F6AE86EF2}"/>
          </ac:spMkLst>
        </pc:spChg>
        <pc:spChg chg="add del mod">
          <ac:chgData name="Ricardo Neves" userId="a2420d86-c959-463f-a209-2fea3ef854c2" providerId="ADAL" clId="{DFDCD0C2-651F-48EB-9014-B477B62D2459}" dt="2020-06-16T21:50:30.501" v="1357" actId="478"/>
          <ac:spMkLst>
            <pc:docMk/>
            <pc:sldMk cId="1937390665" sldId="260"/>
            <ac:spMk id="15" creationId="{10835068-EBEA-459A-999A-8E014B1D85B4}"/>
          </ac:spMkLst>
        </pc:spChg>
        <pc:spChg chg="add del mod">
          <ac:chgData name="Ricardo Neves" userId="a2420d86-c959-463f-a209-2fea3ef854c2" providerId="ADAL" clId="{DFDCD0C2-651F-48EB-9014-B477B62D2459}" dt="2020-06-16T21:50:32.451" v="1358" actId="478"/>
          <ac:spMkLst>
            <pc:docMk/>
            <pc:sldMk cId="1937390665" sldId="260"/>
            <ac:spMk id="16" creationId="{53A0959A-33FA-4A28-8C24-81D3E8CB57DD}"/>
          </ac:spMkLst>
        </pc:spChg>
        <pc:spChg chg="add del mod">
          <ac:chgData name="Ricardo Neves" userId="a2420d86-c959-463f-a209-2fea3ef854c2" providerId="ADAL" clId="{DFDCD0C2-651F-48EB-9014-B477B62D2459}" dt="2020-06-16T21:50:33.358" v="1359" actId="478"/>
          <ac:spMkLst>
            <pc:docMk/>
            <pc:sldMk cId="1937390665" sldId="260"/>
            <ac:spMk id="17" creationId="{4CF7C9E9-16AD-4B0B-96AC-5CE5DDDA5DBC}"/>
          </ac:spMkLst>
        </pc:spChg>
        <pc:spChg chg="add del mod">
          <ac:chgData name="Ricardo Neves" userId="a2420d86-c959-463f-a209-2fea3ef854c2" providerId="ADAL" clId="{DFDCD0C2-651F-48EB-9014-B477B62D2459}" dt="2020-06-16T21:50:42.077" v="1365" actId="478"/>
          <ac:spMkLst>
            <pc:docMk/>
            <pc:sldMk cId="1937390665" sldId="260"/>
            <ac:spMk id="18" creationId="{E42DAEAE-329A-448F-9AC2-3E39199BDE27}"/>
          </ac:spMkLst>
        </pc:spChg>
        <pc:spChg chg="add del mod">
          <ac:chgData name="Ricardo Neves" userId="a2420d86-c959-463f-a209-2fea3ef854c2" providerId="ADAL" clId="{DFDCD0C2-651F-48EB-9014-B477B62D2459}" dt="2020-06-16T21:50:40.021" v="1364" actId="478"/>
          <ac:spMkLst>
            <pc:docMk/>
            <pc:sldMk cId="1937390665" sldId="260"/>
            <ac:spMk id="19" creationId="{959CD6C1-E28E-454C-910B-D37F20AE56E7}"/>
          </ac:spMkLst>
        </pc:spChg>
        <pc:spChg chg="add del mod">
          <ac:chgData name="Ricardo Neves" userId="a2420d86-c959-463f-a209-2fea3ef854c2" providerId="ADAL" clId="{DFDCD0C2-651F-48EB-9014-B477B62D2459}" dt="2020-06-16T21:50:34.691" v="1360" actId="478"/>
          <ac:spMkLst>
            <pc:docMk/>
            <pc:sldMk cId="1937390665" sldId="260"/>
            <ac:spMk id="20" creationId="{95CAF00D-404F-4CA4-B415-D01E0E8AEDF1}"/>
          </ac:spMkLst>
        </pc:spChg>
        <pc:spChg chg="add del mod">
          <ac:chgData name="Ricardo Neves" userId="a2420d86-c959-463f-a209-2fea3ef854c2" providerId="ADAL" clId="{DFDCD0C2-651F-48EB-9014-B477B62D2459}" dt="2020-06-16T21:50:35.634" v="1361" actId="478"/>
          <ac:spMkLst>
            <pc:docMk/>
            <pc:sldMk cId="1937390665" sldId="260"/>
            <ac:spMk id="21" creationId="{8CDA0072-D1A9-4677-BDF2-20E4F1831AE6}"/>
          </ac:spMkLst>
        </pc:spChg>
        <pc:spChg chg="add del mod">
          <ac:chgData name="Ricardo Neves" userId="a2420d86-c959-463f-a209-2fea3ef854c2" providerId="ADAL" clId="{DFDCD0C2-651F-48EB-9014-B477B62D2459}" dt="2020-06-16T18:31:22.510" v="94" actId="478"/>
          <ac:spMkLst>
            <pc:docMk/>
            <pc:sldMk cId="1937390665" sldId="260"/>
            <ac:spMk id="22" creationId="{DFF379F4-B33B-4AC5-AA7E-0EC8F1CB8DCB}"/>
          </ac:spMkLst>
        </pc:spChg>
        <pc:spChg chg="add del mod">
          <ac:chgData name="Ricardo Neves" userId="a2420d86-c959-463f-a209-2fea3ef854c2" providerId="ADAL" clId="{DFDCD0C2-651F-48EB-9014-B477B62D2459}" dt="2020-06-16T18:31:23.119" v="95" actId="478"/>
          <ac:spMkLst>
            <pc:docMk/>
            <pc:sldMk cId="1937390665" sldId="260"/>
            <ac:spMk id="23" creationId="{545B2B15-34DD-483C-A2D8-37C039A5DDB1}"/>
          </ac:spMkLst>
        </pc:spChg>
        <pc:spChg chg="add del mod">
          <ac:chgData name="Ricardo Neves" userId="a2420d86-c959-463f-a209-2fea3ef854c2" providerId="ADAL" clId="{DFDCD0C2-651F-48EB-9014-B477B62D2459}" dt="2020-06-16T19:29:47.514" v="1057" actId="478"/>
          <ac:spMkLst>
            <pc:docMk/>
            <pc:sldMk cId="1937390665" sldId="260"/>
            <ac:spMk id="24" creationId="{662BDC14-2318-4764-A7D3-01F02D5C242E}"/>
          </ac:spMkLst>
        </pc:spChg>
        <pc:spChg chg="add mod">
          <ac:chgData name="Ricardo Neves" userId="a2420d86-c959-463f-a209-2fea3ef854c2" providerId="ADAL" clId="{DFDCD0C2-651F-48EB-9014-B477B62D2459}" dt="2020-06-16T19:10:36.570" v="332" actId="207"/>
          <ac:spMkLst>
            <pc:docMk/>
            <pc:sldMk cId="1937390665" sldId="260"/>
            <ac:spMk id="25" creationId="{77765F54-D24C-4DC9-8CB3-23A7FD6C72EE}"/>
          </ac:spMkLst>
        </pc:spChg>
        <pc:spChg chg="add mod">
          <ac:chgData name="Ricardo Neves" userId="a2420d86-c959-463f-a209-2fea3ef854c2" providerId="ADAL" clId="{DFDCD0C2-651F-48EB-9014-B477B62D2459}" dt="2020-06-16T22:03:29.998" v="1404"/>
          <ac:spMkLst>
            <pc:docMk/>
            <pc:sldMk cId="1937390665" sldId="260"/>
            <ac:spMk id="26" creationId="{1CD96577-F868-4CD0-B0D4-1F4F10891256}"/>
          </ac:spMkLst>
        </pc:spChg>
        <pc:spChg chg="add mod">
          <ac:chgData name="Ricardo Neves" userId="a2420d86-c959-463f-a209-2fea3ef854c2" providerId="ADAL" clId="{DFDCD0C2-651F-48EB-9014-B477B62D2459}" dt="2020-06-16T22:03:32.687" v="1408"/>
          <ac:spMkLst>
            <pc:docMk/>
            <pc:sldMk cId="1937390665" sldId="260"/>
            <ac:spMk id="27" creationId="{2A630E78-4468-4803-A4F8-72AABE3C924F}"/>
          </ac:spMkLst>
        </pc:spChg>
        <pc:spChg chg="add del mod ord">
          <ac:chgData name="Ricardo Neves" userId="a2420d86-c959-463f-a209-2fea3ef854c2" providerId="ADAL" clId="{DFDCD0C2-651F-48EB-9014-B477B62D2459}" dt="2020-06-16T19:33:09.116" v="1073" actId="478"/>
          <ac:spMkLst>
            <pc:docMk/>
            <pc:sldMk cId="1937390665" sldId="260"/>
            <ac:spMk id="28" creationId="{21503618-5920-40D2-9E0E-D43A0A6E5C61}"/>
          </ac:spMkLst>
        </pc:spChg>
        <pc:spChg chg="add del mod">
          <ac:chgData name="Ricardo Neves" userId="a2420d86-c959-463f-a209-2fea3ef854c2" providerId="ADAL" clId="{DFDCD0C2-651F-48EB-9014-B477B62D2459}" dt="2020-06-16T19:33:10.469" v="1074" actId="478"/>
          <ac:spMkLst>
            <pc:docMk/>
            <pc:sldMk cId="1937390665" sldId="260"/>
            <ac:spMk id="29" creationId="{6457D5D9-0565-4A2A-A3AE-7F75FE626B19}"/>
          </ac:spMkLst>
        </pc:spChg>
        <pc:spChg chg="add mod">
          <ac:chgData name="Ricardo Neves" userId="a2420d86-c959-463f-a209-2fea3ef854c2" providerId="ADAL" clId="{DFDCD0C2-651F-48EB-9014-B477B62D2459}" dt="2020-06-16T19:30:57.872" v="1065" actId="1076"/>
          <ac:spMkLst>
            <pc:docMk/>
            <pc:sldMk cId="1937390665" sldId="260"/>
            <ac:spMk id="32" creationId="{7302A991-98E6-4C08-8B27-FCAFBCBCCFC5}"/>
          </ac:spMkLst>
        </pc:spChg>
        <pc:spChg chg="add del mod">
          <ac:chgData name="Ricardo Neves" userId="a2420d86-c959-463f-a209-2fea3ef854c2" providerId="ADAL" clId="{DFDCD0C2-651F-48EB-9014-B477B62D2459}" dt="2020-06-16T19:43:17.457" v="1167" actId="478"/>
          <ac:spMkLst>
            <pc:docMk/>
            <pc:sldMk cId="1937390665" sldId="260"/>
            <ac:spMk id="36" creationId="{FFFBD864-71BB-4893-B14C-A3B387FEA243}"/>
          </ac:spMkLst>
        </pc:spChg>
        <pc:spChg chg="add del mod">
          <ac:chgData name="Ricardo Neves" userId="a2420d86-c959-463f-a209-2fea3ef854c2" providerId="ADAL" clId="{DFDCD0C2-651F-48EB-9014-B477B62D2459}" dt="2020-06-16T19:43:16.081" v="1166" actId="478"/>
          <ac:spMkLst>
            <pc:docMk/>
            <pc:sldMk cId="1937390665" sldId="260"/>
            <ac:spMk id="37" creationId="{E0762A01-499D-49C1-BD91-C17658D9FA34}"/>
          </ac:spMkLst>
        </pc:spChg>
        <pc:spChg chg="add del mod">
          <ac:chgData name="Ricardo Neves" userId="a2420d86-c959-463f-a209-2fea3ef854c2" providerId="ADAL" clId="{DFDCD0C2-651F-48EB-9014-B477B62D2459}" dt="2020-06-16T19:43:18.178" v="1168" actId="478"/>
          <ac:spMkLst>
            <pc:docMk/>
            <pc:sldMk cId="1937390665" sldId="260"/>
            <ac:spMk id="38" creationId="{7378C58A-6C16-49BE-A698-ECEA36F610BC}"/>
          </ac:spMkLst>
        </pc:spChg>
        <pc:spChg chg="add del mo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47" creationId="{31F42C29-8F42-4E88-9895-F39CDE8C3632}"/>
          </ac:spMkLst>
        </pc:spChg>
        <pc:spChg chg="add del mod">
          <ac:chgData name="Ricardo Neves" userId="a2420d86-c959-463f-a209-2fea3ef854c2" providerId="ADAL" clId="{DFDCD0C2-651F-48EB-9014-B477B62D2459}" dt="2020-06-16T21:47:36.123" v="1247" actId="478"/>
          <ac:spMkLst>
            <pc:docMk/>
            <pc:sldMk cId="1937390665" sldId="260"/>
            <ac:spMk id="48" creationId="{D8A93628-5DDB-4A32-B02F-2DBFE5662095}"/>
          </ac:spMkLst>
        </pc:spChg>
        <pc:spChg chg="add del mod">
          <ac:chgData name="Ricardo Neves" userId="a2420d86-c959-463f-a209-2fea3ef854c2" providerId="ADAL" clId="{DFDCD0C2-651F-48EB-9014-B477B62D2459}" dt="2020-06-16T21:47:34.574" v="1244" actId="478"/>
          <ac:spMkLst>
            <pc:docMk/>
            <pc:sldMk cId="1937390665" sldId="260"/>
            <ac:spMk id="49" creationId="{C173EE93-C03A-4A75-BBCB-62695702A240}"/>
          </ac:spMkLst>
        </pc:spChg>
        <pc:spChg chg="add del mod">
          <ac:chgData name="Ricardo Neves" userId="a2420d86-c959-463f-a209-2fea3ef854c2" providerId="ADAL" clId="{DFDCD0C2-651F-48EB-9014-B477B62D2459}" dt="2020-06-16T21:47:35.035" v="1245" actId="478"/>
          <ac:spMkLst>
            <pc:docMk/>
            <pc:sldMk cId="1937390665" sldId="260"/>
            <ac:spMk id="50" creationId="{465EF8B8-3704-40FB-B039-805863EB53CA}"/>
          </ac:spMkLst>
        </pc:spChg>
        <pc:spChg chg="add del mod">
          <ac:chgData name="Ricardo Neves" userId="a2420d86-c959-463f-a209-2fea3ef854c2" providerId="ADAL" clId="{DFDCD0C2-651F-48EB-9014-B477B62D2459}" dt="2020-06-16T21:47:35.522" v="1246" actId="478"/>
          <ac:spMkLst>
            <pc:docMk/>
            <pc:sldMk cId="1937390665" sldId="260"/>
            <ac:spMk id="51" creationId="{6B032C71-E69C-46DC-940E-88FBD121C5CE}"/>
          </ac:spMkLst>
        </pc:spChg>
        <pc:spChg chg="mod">
          <ac:chgData name="Ricardo Neves" userId="a2420d86-c959-463f-a209-2fea3ef854c2" providerId="ADAL" clId="{DFDCD0C2-651F-48EB-9014-B477B62D2459}" dt="2020-06-16T21:46:24.430" v="1228"/>
          <ac:spMkLst>
            <pc:docMk/>
            <pc:sldMk cId="1937390665" sldId="260"/>
            <ac:spMk id="52" creationId="{A91BB10F-1914-4F5E-ABBC-79CE6A6630D8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3" creationId="{E4E152C9-D413-4E79-9A9E-78DAA7BB3BB5}"/>
          </ac:spMkLst>
        </pc:spChg>
        <pc:spChg chg="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4" creationId="{4B9A7C8B-8725-4EC0-85CA-ADB442288105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5" creationId="{57B3771B-3178-4304-938C-3E9CD0B24EA3}"/>
          </ac:spMkLst>
        </pc:spChg>
        <pc:spChg chg="del mod">
          <ac:chgData name="Ricardo Neves" userId="a2420d86-c959-463f-a209-2fea3ef854c2" providerId="ADAL" clId="{DFDCD0C2-651F-48EB-9014-B477B62D2459}" dt="2020-06-16T21:47:09.799" v="1238" actId="478"/>
          <ac:spMkLst>
            <pc:docMk/>
            <pc:sldMk cId="1937390665" sldId="260"/>
            <ac:spMk id="56" creationId="{A80FAE67-D8C6-44A6-B2B6-79A8FA76AB36}"/>
          </ac:spMkLst>
        </pc:spChg>
        <pc:spChg chg="mod">
          <ac:chgData name="Ricardo Neves" userId="a2420d86-c959-463f-a209-2fea3ef854c2" providerId="ADAL" clId="{DFDCD0C2-651F-48EB-9014-B477B62D2459}" dt="2020-06-16T21:48:39.935" v="1289" actId="207"/>
          <ac:spMkLst>
            <pc:docMk/>
            <pc:sldMk cId="1937390665" sldId="260"/>
            <ac:spMk id="57" creationId="{6D827A2C-6718-4910-A7DB-659B7291C8E6}"/>
          </ac:spMkLst>
        </pc:spChg>
        <pc:spChg chg="del mod">
          <ac:chgData name="Ricardo Neves" userId="a2420d86-c959-463f-a209-2fea3ef854c2" providerId="ADAL" clId="{DFDCD0C2-651F-48EB-9014-B477B62D2459}" dt="2020-06-16T21:47:08.641" v="1237" actId="478"/>
          <ac:spMkLst>
            <pc:docMk/>
            <pc:sldMk cId="1937390665" sldId="260"/>
            <ac:spMk id="58" creationId="{17FEC3AE-A460-4435-8756-3B484604E93E}"/>
          </ac:spMkLst>
        </pc:spChg>
        <pc:spChg chg="add del mod">
          <ac:chgData name="Ricardo Neves" userId="a2420d86-c959-463f-a209-2fea3ef854c2" providerId="ADAL" clId="{DFDCD0C2-651F-48EB-9014-B477B62D2459}" dt="2020-06-16T21:47:32.078" v="1243" actId="478"/>
          <ac:spMkLst>
            <pc:docMk/>
            <pc:sldMk cId="1937390665" sldId="260"/>
            <ac:spMk id="59" creationId="{79E46C81-9488-4563-B5D0-073A791098BE}"/>
          </ac:spMkLst>
        </pc:spChg>
        <pc:picChg chg="add del mod">
          <ac:chgData name="Ricardo Neves" userId="a2420d86-c959-463f-a209-2fea3ef854c2" providerId="ADAL" clId="{DFDCD0C2-651F-48EB-9014-B477B62D2459}" dt="2020-06-16T18:24:28.138" v="19" actId="478"/>
          <ac:picMkLst>
            <pc:docMk/>
            <pc:sldMk cId="1937390665" sldId="260"/>
            <ac:picMk id="6" creationId="{59E6A152-D3FD-42C0-B9AC-25632016AC0D}"/>
          </ac:picMkLst>
        </pc:picChg>
        <pc:picChg chg="add mod ord">
          <ac:chgData name="Ricardo Neves" userId="a2420d86-c959-463f-a209-2fea3ef854c2" providerId="ADAL" clId="{DFDCD0C2-651F-48EB-9014-B477B62D2459}" dt="2020-06-16T19:23:26.936" v="855" actId="14100"/>
          <ac:picMkLst>
            <pc:docMk/>
            <pc:sldMk cId="1937390665" sldId="260"/>
            <ac:picMk id="30" creationId="{6096CC37-7FED-4049-8F71-E52B290CFCFE}"/>
          </ac:picMkLst>
        </pc:picChg>
        <pc:picChg chg="add del mod">
          <ac:chgData name="Ricardo Neves" userId="a2420d86-c959-463f-a209-2fea3ef854c2" providerId="ADAL" clId="{DFDCD0C2-651F-48EB-9014-B477B62D2459}" dt="2020-06-16T19:31:42.652" v="1068" actId="478"/>
          <ac:picMkLst>
            <pc:docMk/>
            <pc:sldMk cId="1937390665" sldId="260"/>
            <ac:picMk id="31" creationId="{62B8AEC6-104D-4D43-9156-948C38422644}"/>
          </ac:picMkLst>
        </pc:picChg>
        <pc:picChg chg="add mod">
          <ac:chgData name="Ricardo Neves" userId="a2420d86-c959-463f-a209-2fea3ef854c2" providerId="ADAL" clId="{DFDCD0C2-651F-48EB-9014-B477B62D2459}" dt="2020-06-16T19:38:35.126" v="1104" actId="1076"/>
          <ac:picMkLst>
            <pc:docMk/>
            <pc:sldMk cId="1937390665" sldId="260"/>
            <ac:picMk id="34" creationId="{C51A98E8-E2D1-454D-A6EF-B09F6081A99F}"/>
          </ac:picMkLst>
        </pc:picChg>
        <pc:picChg chg="add del mod">
          <ac:chgData name="Ricardo Neves" userId="a2420d86-c959-463f-a209-2fea3ef854c2" providerId="ADAL" clId="{DFDCD0C2-651F-48EB-9014-B477B62D2459}" dt="2020-06-16T19:36:54.787" v="1095" actId="478"/>
          <ac:picMkLst>
            <pc:docMk/>
            <pc:sldMk cId="1937390665" sldId="260"/>
            <ac:picMk id="35" creationId="{E489EF34-D291-47AD-8C0A-5FC4386DE0DB}"/>
          </ac:picMkLst>
        </pc:picChg>
        <pc:picChg chg="add mod">
          <ac:chgData name="Ricardo Neves" userId="a2420d86-c959-463f-a209-2fea3ef854c2" providerId="ADAL" clId="{DFDCD0C2-651F-48EB-9014-B477B62D2459}" dt="2020-06-16T19:39:57.846" v="1130" actId="1076"/>
          <ac:picMkLst>
            <pc:docMk/>
            <pc:sldMk cId="1937390665" sldId="260"/>
            <ac:picMk id="40" creationId="{EDD11614-117A-4575-BECD-F2D3038E170E}"/>
          </ac:picMkLst>
        </pc:picChg>
        <pc:picChg chg="add mod">
          <ac:chgData name="Ricardo Neves" userId="a2420d86-c959-463f-a209-2fea3ef854c2" providerId="ADAL" clId="{DFDCD0C2-651F-48EB-9014-B477B62D2459}" dt="2020-06-16T19:40:03.782" v="1132" actId="1076"/>
          <ac:picMkLst>
            <pc:docMk/>
            <pc:sldMk cId="1937390665" sldId="260"/>
            <ac:picMk id="42" creationId="{190D063A-FF9E-47DE-BB60-05F0E82DFED4}"/>
          </ac:picMkLst>
        </pc:picChg>
        <pc:picChg chg="add mod">
          <ac:chgData name="Ricardo Neves" userId="a2420d86-c959-463f-a209-2fea3ef854c2" providerId="ADAL" clId="{DFDCD0C2-651F-48EB-9014-B477B62D2459}" dt="2020-06-16T22:04:00.782" v="1418" actId="29295"/>
          <ac:picMkLst>
            <pc:docMk/>
            <pc:sldMk cId="1937390665" sldId="260"/>
            <ac:picMk id="43" creationId="{22F8798F-E06A-49DB-923B-ED7B1C77EB01}"/>
          </ac:picMkLst>
        </pc:picChg>
        <pc:picChg chg="add mod">
          <ac:chgData name="Ricardo Neves" userId="a2420d86-c959-463f-a209-2fea3ef854c2" providerId="ADAL" clId="{DFDCD0C2-651F-48EB-9014-B477B62D2459}" dt="2020-06-16T22:04:08.719" v="1424" actId="29295"/>
          <ac:picMkLst>
            <pc:docMk/>
            <pc:sldMk cId="1937390665" sldId="260"/>
            <ac:picMk id="44" creationId="{E04A3EA3-5D04-4F99-AA13-C657F4E1E84A}"/>
          </ac:picMkLst>
        </pc:picChg>
        <pc:picChg chg="add mod">
          <ac:chgData name="Ricardo Neves" userId="a2420d86-c959-463f-a209-2fea3ef854c2" providerId="ADAL" clId="{DFDCD0C2-651F-48EB-9014-B477B62D2459}" dt="2020-06-16T22:04:11.547" v="1426" actId="29295"/>
          <ac:picMkLst>
            <pc:docMk/>
            <pc:sldMk cId="1937390665" sldId="260"/>
            <ac:picMk id="45" creationId="{B450DD58-62EC-43B0-B314-8ADAD7E953D6}"/>
          </ac:picMkLst>
        </pc:picChg>
        <pc:picChg chg="add del mod">
          <ac:chgData name="Ricardo Neves" userId="a2420d86-c959-463f-a209-2fea3ef854c2" providerId="ADAL" clId="{DFDCD0C2-651F-48EB-9014-B477B62D2459}" dt="2020-06-16T21:45:10.285" v="1222" actId="478"/>
          <ac:picMkLst>
            <pc:docMk/>
            <pc:sldMk cId="1937390665" sldId="260"/>
            <ac:picMk id="46" creationId="{6B6842BC-7509-4E9E-A7B0-35D22A87E916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1:53:35.772" v="1369" actId="207"/>
        <pc:sldMkLst>
          <pc:docMk/>
          <pc:sldMk cId="1412899883" sldId="261"/>
        </pc:sldMkLst>
        <pc:spChg chg="del">
          <ac:chgData name="Ricardo Neves" userId="a2420d86-c959-463f-a209-2fea3ef854c2" providerId="ADAL" clId="{DFDCD0C2-651F-48EB-9014-B477B62D2459}" dt="2020-06-16T18:33:14.137" v="108" actId="478"/>
          <ac:spMkLst>
            <pc:docMk/>
            <pc:sldMk cId="1412899883" sldId="261"/>
            <ac:spMk id="2" creationId="{18043B10-06A9-4CD0-8385-CD1E40557D3B}"/>
          </ac:spMkLst>
        </pc:spChg>
        <pc:spChg chg="del">
          <ac:chgData name="Ricardo Neves" userId="a2420d86-c959-463f-a209-2fea3ef854c2" providerId="ADAL" clId="{DFDCD0C2-651F-48EB-9014-B477B62D2459}" dt="2020-06-16T18:33:14.917" v="109" actId="478"/>
          <ac:spMkLst>
            <pc:docMk/>
            <pc:sldMk cId="1412899883" sldId="261"/>
            <ac:spMk id="3" creationId="{618159E3-2980-4062-99DE-432646760317}"/>
          </ac:spMkLst>
        </pc:spChg>
        <pc:spChg chg="add mod">
          <ac:chgData name="Ricardo Neves" userId="a2420d86-c959-463f-a209-2fea3ef854c2" providerId="ADAL" clId="{DFDCD0C2-651F-48EB-9014-B477B62D2459}" dt="2020-06-16T18:41:25.353" v="182" actId="14100"/>
          <ac:spMkLst>
            <pc:docMk/>
            <pc:sldMk cId="1412899883" sldId="261"/>
            <ac:spMk id="4" creationId="{57939EA2-7318-4827-8968-2A46B8A4EB27}"/>
          </ac:spMkLst>
        </pc:spChg>
        <pc:spChg chg="add mod">
          <ac:chgData name="Ricardo Neves" userId="a2420d86-c959-463f-a209-2fea3ef854c2" providerId="ADAL" clId="{DFDCD0C2-651F-48EB-9014-B477B62D2459}" dt="2020-06-16T18:36:03.100" v="123" actId="1076"/>
          <ac:spMkLst>
            <pc:docMk/>
            <pc:sldMk cId="1412899883" sldId="261"/>
            <ac:spMk id="5" creationId="{99D2DB4E-D815-41C6-8D9E-6B9788773643}"/>
          </ac:spMkLst>
        </pc:spChg>
        <pc:spChg chg="add mod">
          <ac:chgData name="Ricardo Neves" userId="a2420d86-c959-463f-a209-2fea3ef854c2" providerId="ADAL" clId="{DFDCD0C2-651F-48EB-9014-B477B62D2459}" dt="2020-06-16T18:36:20.442" v="126"/>
          <ac:spMkLst>
            <pc:docMk/>
            <pc:sldMk cId="1412899883" sldId="261"/>
            <ac:spMk id="6" creationId="{945977F7-266C-4B51-B5E2-51319807C7B2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7" creationId="{BE321816-5B35-4659-936B-30606D5A1534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8" creationId="{1D4CC952-E866-420B-A52D-6BE949B3F3C9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9" creationId="{91EC1BC9-DD93-4EF4-AAD6-141DD7DDCA17}"/>
          </ac:spMkLst>
        </pc:spChg>
        <pc:spChg chg="add del mod">
          <ac:chgData name="Ricardo Neves" userId="a2420d86-c959-463f-a209-2fea3ef854c2" providerId="ADAL" clId="{DFDCD0C2-651F-48EB-9014-B477B62D2459}" dt="2020-06-16T18:38:09.222" v="155" actId="207"/>
          <ac:spMkLst>
            <pc:docMk/>
            <pc:sldMk cId="1412899883" sldId="261"/>
            <ac:spMk id="10" creationId="{CB208260-EECF-4540-A875-53DD8E0224E8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11" creationId="{396F85C6-AF48-42D3-9842-30928027BE36}"/>
          </ac:spMkLst>
        </pc:spChg>
        <pc:spChg chg="add mod">
          <ac:chgData name="Ricardo Neves" userId="a2420d86-c959-463f-a209-2fea3ef854c2" providerId="ADAL" clId="{DFDCD0C2-651F-48EB-9014-B477B62D2459}" dt="2020-06-16T18:39:12.242" v="161"/>
          <ac:spMkLst>
            <pc:docMk/>
            <pc:sldMk cId="1412899883" sldId="261"/>
            <ac:spMk id="12" creationId="{EEC1E576-AE2F-4B0E-BE37-42DB6AA3D758}"/>
          </ac:spMkLst>
        </pc:spChg>
        <pc:spChg chg="add mod">
          <ac:chgData name="Ricardo Neves" userId="a2420d86-c959-463f-a209-2fea3ef854c2" providerId="ADAL" clId="{DFDCD0C2-651F-48EB-9014-B477B62D2459}" dt="2020-06-16T18:39:24.404" v="162"/>
          <ac:spMkLst>
            <pc:docMk/>
            <pc:sldMk cId="1412899883" sldId="261"/>
            <ac:spMk id="13" creationId="{85D8F795-C513-4600-AF33-2CB06159517D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4" creationId="{4385475A-1921-4B47-AB76-BEADA55CD3B1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5" creationId="{9F65834A-978F-43A2-9DB2-4CBD6CC0FE28}"/>
          </ac:spMkLst>
        </pc:spChg>
        <pc:spChg chg="add mod">
          <ac:chgData name="Ricardo Neves" userId="a2420d86-c959-463f-a209-2fea3ef854c2" providerId="ADAL" clId="{DFDCD0C2-651F-48EB-9014-B477B62D2459}" dt="2020-06-16T18:40:22.132" v="168" actId="207"/>
          <ac:spMkLst>
            <pc:docMk/>
            <pc:sldMk cId="1412899883" sldId="261"/>
            <ac:spMk id="16" creationId="{A740606C-5052-4EE9-AA80-25729F1CBD57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7" creationId="{82AA6B44-0E28-4168-B184-F8A935F4DD1C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18" creationId="{541D63CF-C452-4ADD-A938-A7D633CA47F2}"/>
          </ac:spMkLst>
        </pc:spChg>
        <pc:spChg chg="add mod">
          <ac:chgData name="Ricardo Neves" userId="a2420d86-c959-463f-a209-2fea3ef854c2" providerId="ADAL" clId="{DFDCD0C2-651F-48EB-9014-B477B62D2459}" dt="2020-06-16T21:53:35.772" v="1369" actId="207"/>
          <ac:spMkLst>
            <pc:docMk/>
            <pc:sldMk cId="1412899883" sldId="261"/>
            <ac:spMk id="22" creationId="{4A582CAF-C23C-43A3-AC8A-9A599B83290C}"/>
          </ac:spMkLst>
        </pc:spChg>
        <pc:picChg chg="add del mod">
          <ac:chgData name="Ricardo Neves" userId="a2420d86-c959-463f-a209-2fea3ef854c2" providerId="ADAL" clId="{DFDCD0C2-651F-48EB-9014-B477B62D2459}" dt="2020-06-16T18:42:23.739" v="194" actId="478"/>
          <ac:picMkLst>
            <pc:docMk/>
            <pc:sldMk cId="1412899883" sldId="261"/>
            <ac:picMk id="20" creationId="{0339EACB-AB63-4156-97E5-4A4C6A0C8EE6}"/>
          </ac:picMkLst>
        </pc:picChg>
        <pc:picChg chg="add mod">
          <ac:chgData name="Ricardo Neves" userId="a2420d86-c959-463f-a209-2fea3ef854c2" providerId="ADAL" clId="{DFDCD0C2-651F-48EB-9014-B477B62D2459}" dt="2020-06-16T18:43:12.594" v="210" actId="1076"/>
          <ac:picMkLst>
            <pc:docMk/>
            <pc:sldMk cId="1412899883" sldId="261"/>
            <ac:picMk id="21" creationId="{7A493904-B81F-4903-B6A2-6CB643292929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18:43:01.234" v="205" actId="21"/>
        <pc:sldMkLst>
          <pc:docMk/>
          <pc:sldMk cId="4291834335" sldId="262"/>
        </pc:sldMkLst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4" creationId="{57939EA2-7318-4827-8968-2A46B8A4EB2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5" creationId="{99D2DB4E-D815-41C6-8D9E-6B9788773643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6" creationId="{945977F7-266C-4B51-B5E2-51319807C7B2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7" creationId="{BE321816-5B35-4659-936B-30606D5A1534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8" creationId="{1D4CC952-E866-420B-A52D-6BE949B3F3C9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9" creationId="{91EC1BC9-DD93-4EF4-AAD6-141DD7DDCA1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0" creationId="{CB208260-EECF-4540-A875-53DD8E0224E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1" creationId="{396F85C6-AF48-42D3-9842-30928027BE36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2" creationId="{EEC1E576-AE2F-4B0E-BE37-42DB6AA3D75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3" creationId="{85D8F795-C513-4600-AF33-2CB06159517D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4" creationId="{4385475A-1921-4B47-AB76-BEADA55CD3B1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5" creationId="{9F65834A-978F-43A2-9DB2-4CBD6CC0FE2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6" creationId="{A740606C-5052-4EE9-AA80-25729F1CBD5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7" creationId="{82AA6B44-0E28-4168-B184-F8A935F4DD1C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8" creationId="{541D63CF-C452-4ADD-A938-A7D633CA47F2}"/>
          </ac:spMkLst>
        </pc:spChg>
        <pc:picChg chg="add mod">
          <ac:chgData name="Ricardo Neves" userId="a2420d86-c959-463f-a209-2fea3ef854c2" providerId="ADAL" clId="{DFDCD0C2-651F-48EB-9014-B477B62D2459}" dt="2020-06-16T18:42:36.120" v="200" actId="962"/>
          <ac:picMkLst>
            <pc:docMk/>
            <pc:sldMk cId="4291834335" sldId="262"/>
            <ac:picMk id="3" creationId="{6AB63CEB-ED7E-463F-9DF8-7221C2366909}"/>
          </ac:picMkLst>
        </pc:picChg>
        <pc:picChg chg="add del mod">
          <ac:chgData name="Ricardo Neves" userId="a2420d86-c959-463f-a209-2fea3ef854c2" providerId="ADAL" clId="{DFDCD0C2-651F-48EB-9014-B477B62D2459}" dt="2020-06-16T18:43:01.234" v="205" actId="21"/>
          <ac:picMkLst>
            <pc:docMk/>
            <pc:sldMk cId="4291834335" sldId="262"/>
            <ac:picMk id="20" creationId="{5284E0B6-379A-4119-BBDA-8A32176EEF7D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21:48:02.974" v="1259" actId="478"/>
        <pc:sldMkLst>
          <pc:docMk/>
          <pc:sldMk cId="161192686" sldId="263"/>
        </pc:sldMkLst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5" creationId="{27C3D95B-6E8D-4A1D-9195-8593B0AF07DA}"/>
          </ac:spMkLst>
        </pc:spChg>
        <pc:spChg chg="add del mod">
          <ac:chgData name="Ricardo Neves" userId="a2420d86-c959-463f-a209-2fea3ef854c2" providerId="ADAL" clId="{DFDCD0C2-651F-48EB-9014-B477B62D2459}" dt="2020-06-16T21:48:02.974" v="1259" actId="478"/>
          <ac:spMkLst>
            <pc:docMk/>
            <pc:sldMk cId="161192686" sldId="263"/>
            <ac:spMk id="31" creationId="{9FC6F43E-8EA4-49C5-BE9B-1E2720ED9647}"/>
          </ac:spMkLst>
        </pc:spChg>
        <pc:spChg chg="del mod">
          <ac:chgData name="Ricardo Neves" userId="a2420d86-c959-463f-a209-2fea3ef854c2" providerId="ADAL" clId="{DFDCD0C2-651F-48EB-9014-B477B62D2459}" dt="2020-06-16T21:47:57.070" v="1257" actId="478"/>
          <ac:spMkLst>
            <pc:docMk/>
            <pc:sldMk cId="161192686" sldId="263"/>
            <ac:spMk id="33" creationId="{F7D1E51A-CD42-43EA-ACBE-FCC17AF13E81}"/>
          </ac:spMkLst>
        </pc:spChg>
        <pc:spChg chg="mod">
          <ac:chgData name="Ricardo Neves" userId="a2420d86-c959-463f-a209-2fea3ef854c2" providerId="ADAL" clId="{DFDCD0C2-651F-48EB-9014-B477B62D2459}" dt="2020-06-16T21:48:00.486" v="1258" actId="20577"/>
          <ac:spMkLst>
            <pc:docMk/>
            <pc:sldMk cId="161192686" sldId="263"/>
            <ac:spMk id="35" creationId="{8906FFB2-F101-4A58-9485-8719B9B3B704}"/>
          </ac:spMkLst>
        </pc:spChg>
        <pc:spChg chg="del mod">
          <ac:chgData name="Ricardo Neves" userId="a2420d86-c959-463f-a209-2fea3ef854c2" providerId="ADAL" clId="{DFDCD0C2-651F-48EB-9014-B477B62D2459}" dt="2020-06-16T21:47:53.243" v="1255" actId="478"/>
          <ac:spMkLst>
            <pc:docMk/>
            <pc:sldMk cId="161192686" sldId="263"/>
            <ac:spMk id="36" creationId="{15ACE24B-CADA-4528-B546-4B1635EB1F36}"/>
          </ac:spMkLst>
        </pc:spChg>
        <pc:spChg chg="del">
          <ac:chgData name="Ricardo Neves" userId="a2420d86-c959-463f-a209-2fea3ef854c2" providerId="ADAL" clId="{DFDCD0C2-651F-48EB-9014-B477B62D2459}" dt="2020-06-16T21:47:45.088" v="1251" actId="478"/>
          <ac:spMkLst>
            <pc:docMk/>
            <pc:sldMk cId="161192686" sldId="263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7:46.236" v="1253" actId="478"/>
          <ac:spMkLst>
            <pc:docMk/>
            <pc:sldMk cId="161192686" sldId="263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7:44.463" v="1250" actId="478"/>
          <ac:spMkLst>
            <pc:docMk/>
            <pc:sldMk cId="161192686" sldId="263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7:45.690" v="1252" actId="478"/>
          <ac:spMkLst>
            <pc:docMk/>
            <pc:sldMk cId="161192686" sldId="263"/>
            <ac:spMk id="51" creationId="{6B032C71-E69C-46DC-940E-88FBD121C5CE}"/>
          </ac:spMkLst>
        </pc:spChg>
      </pc:sldChg>
      <pc:sldChg chg="add del">
        <pc:chgData name="Ricardo Neves" userId="a2420d86-c959-463f-a209-2fea3ef854c2" providerId="ADAL" clId="{DFDCD0C2-651F-48EB-9014-B477B62D2459}" dt="2020-06-16T19:26:54.042" v="985" actId="2696"/>
        <pc:sldMkLst>
          <pc:docMk/>
          <pc:sldMk cId="2144700219" sldId="263"/>
        </pc:sldMkLst>
      </pc:sldChg>
      <pc:sldChg chg="delSp modSp add mod">
        <pc:chgData name="Ricardo Neves" userId="a2420d86-c959-463f-a209-2fea3ef854c2" providerId="ADAL" clId="{DFDCD0C2-651F-48EB-9014-B477B62D2459}" dt="2020-06-16T21:49:06.702" v="1299" actId="20577"/>
        <pc:sldMkLst>
          <pc:docMk/>
          <pc:sldMk cId="4191338763" sldId="264"/>
        </pc:sldMkLst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05.595" v="1298" actId="478"/>
          <ac:spMkLst>
            <pc:docMk/>
            <pc:sldMk cId="4191338763" sldId="264"/>
            <ac:spMk id="31" creationId="{9050AAA7-6BDF-4F4F-8327-463F17DB1B30}"/>
          </ac:spMkLst>
        </pc:spChg>
        <pc:spChg chg="mod">
          <ac:chgData name="Ricardo Neves" userId="a2420d86-c959-463f-a209-2fea3ef854c2" providerId="ADAL" clId="{DFDCD0C2-651F-48EB-9014-B477B62D2459}" dt="2020-06-16T21:49:06.702" v="1299" actId="20577"/>
          <ac:spMkLst>
            <pc:docMk/>
            <pc:sldMk cId="4191338763" sldId="264"/>
            <ac:spMk id="33" creationId="{5BCA47C1-724C-4770-B074-D91989029D37}"/>
          </ac:spMkLst>
        </pc:spChg>
        <pc:spChg chg="del mod">
          <ac:chgData name="Ricardo Neves" userId="a2420d86-c959-463f-a209-2fea3ef854c2" providerId="ADAL" clId="{DFDCD0C2-651F-48EB-9014-B477B62D2459}" dt="2020-06-16T21:49:02.728" v="1296" actId="478"/>
          <ac:spMkLst>
            <pc:docMk/>
            <pc:sldMk cId="4191338763" sldId="264"/>
            <ac:spMk id="35" creationId="{90432F20-DEF9-4274-B641-8A8C9EE11307}"/>
          </ac:spMkLst>
        </pc:spChg>
        <pc:spChg chg="del">
          <ac:chgData name="Ricardo Neves" userId="a2420d86-c959-463f-a209-2fea3ef854c2" providerId="ADAL" clId="{DFDCD0C2-651F-48EB-9014-B477B62D2459}" dt="2020-06-16T21:48:48.921" v="1290" actId="478"/>
          <ac:spMkLst>
            <pc:docMk/>
            <pc:sldMk cId="4191338763" sldId="264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8:52.211" v="1293" actId="478"/>
          <ac:spMkLst>
            <pc:docMk/>
            <pc:sldMk cId="4191338763" sldId="264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8:50.381" v="1291" actId="478"/>
          <ac:spMkLst>
            <pc:docMk/>
            <pc:sldMk cId="4191338763" sldId="264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8:51.215" v="1292" actId="478"/>
          <ac:spMkLst>
            <pc:docMk/>
            <pc:sldMk cId="4191338763" sldId="264"/>
            <ac:spMk id="51" creationId="{6B032C71-E69C-46DC-940E-88FBD121C5CE}"/>
          </ac:spMkLst>
        </pc:spChg>
      </pc:sldChg>
      <pc:sldChg chg="delSp modSp add mod">
        <pc:chgData name="Ricardo Neves" userId="a2420d86-c959-463f-a209-2fea3ef854c2" providerId="ADAL" clId="{DFDCD0C2-651F-48EB-9014-B477B62D2459}" dt="2020-06-16T21:49:25.618" v="1307" actId="478"/>
        <pc:sldMkLst>
          <pc:docMk/>
          <pc:sldMk cId="2972607910" sldId="265"/>
        </pc:sldMkLst>
        <pc:spChg chg="del 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25.618" v="1307" actId="478"/>
          <ac:spMkLst>
            <pc:docMk/>
            <pc:sldMk cId="2972607910" sldId="265"/>
            <ac:spMk id="31" creationId="{C4784DA6-998F-4F85-B227-A5E3953F7A4C}"/>
          </ac:spMkLst>
        </pc:spChg>
        <pc:spChg chg="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33" creationId="{7FBD26DC-B033-4348-AD64-B9D0168B6FB2}"/>
          </ac:spMkLst>
        </pc:spChg>
        <pc:spChg chg="del mod">
          <ac:chgData name="Ricardo Neves" userId="a2420d86-c959-463f-a209-2fea3ef854c2" providerId="ADAL" clId="{DFDCD0C2-651F-48EB-9014-B477B62D2459}" dt="2020-06-16T21:49:24.595" v="1306" actId="478"/>
          <ac:spMkLst>
            <pc:docMk/>
            <pc:sldMk cId="2972607910" sldId="265"/>
            <ac:spMk id="35" creationId="{83753C1A-ABF7-4125-9AEA-9FF6F83605D8}"/>
          </ac:spMkLst>
        </pc:spChg>
        <pc:spChg chg="del">
          <ac:chgData name="Ricardo Neves" userId="a2420d86-c959-463f-a209-2fea3ef854c2" providerId="ADAL" clId="{DFDCD0C2-651F-48EB-9014-B477B62D2459}" dt="2020-06-16T21:49:11.732" v="1300" actId="478"/>
          <ac:spMkLst>
            <pc:docMk/>
            <pc:sldMk cId="2972607910" sldId="265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9:14.423" v="1303" actId="478"/>
          <ac:spMkLst>
            <pc:docMk/>
            <pc:sldMk cId="2972607910" sldId="265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12.243" v="1301" actId="478"/>
          <ac:spMkLst>
            <pc:docMk/>
            <pc:sldMk cId="2972607910" sldId="265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12.856" v="1302" actId="478"/>
          <ac:spMkLst>
            <pc:docMk/>
            <pc:sldMk cId="2972607910" sldId="265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1" creationId="{6B032C71-E69C-46DC-940E-88FBD121C5CE}"/>
          </ac:spMkLst>
        </pc:spChg>
      </pc:sldChg>
      <pc:sldChg chg="addSp delSp modSp add mod">
        <pc:chgData name="Ricardo Neves" userId="a2420d86-c959-463f-a209-2fea3ef854c2" providerId="ADAL" clId="{DFDCD0C2-651F-48EB-9014-B477B62D2459}" dt="2020-06-16T21:50:15.633" v="1355" actId="207"/>
        <pc:sldMkLst>
          <pc:docMk/>
          <pc:sldMk cId="1533287446" sldId="266"/>
        </pc:sldMkLst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5" creationId="{27C3D95B-6E8D-4A1D-9195-8593B0AF07DA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1" creationId="{9A61C751-A7C3-4653-8C9C-1EE9A5BF7A6C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3" creationId="{4FDE3891-6A31-4BA7-BE51-46B327886F50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5" creationId="{E06D3B7F-1C71-44BB-97AD-17C71E4DC090}"/>
          </ac:spMkLst>
        </pc:spChg>
        <pc:spChg chg="del mod">
          <ac:chgData name="Ricardo Neves" userId="a2420d86-c959-463f-a209-2fea3ef854c2" providerId="ADAL" clId="{DFDCD0C2-651F-48EB-9014-B477B62D2459}" dt="2020-06-16T21:49:54.902" v="1316" actId="478"/>
          <ac:spMkLst>
            <pc:docMk/>
            <pc:sldMk cId="1533287446" sldId="266"/>
            <ac:spMk id="36" creationId="{81BBC53B-7CAA-4078-832E-A72AED61E19D}"/>
          </ac:spMkLst>
        </pc:spChg>
        <pc:spChg chg="mod">
          <ac:chgData name="Ricardo Neves" userId="a2420d86-c959-463f-a209-2fea3ef854c2" providerId="ADAL" clId="{DFDCD0C2-651F-48EB-9014-B477B62D2459}" dt="2020-06-16T21:50:15.633" v="1355" actId="207"/>
          <ac:spMkLst>
            <pc:docMk/>
            <pc:sldMk cId="1533287446" sldId="266"/>
            <ac:spMk id="37" creationId="{85CA0AF7-8902-4342-B91B-D123B6BD333C}"/>
          </ac:spMkLst>
        </pc:spChg>
        <pc:spChg chg="del mod">
          <ac:chgData name="Ricardo Neves" userId="a2420d86-c959-463f-a209-2fea3ef854c2" providerId="ADAL" clId="{DFDCD0C2-651F-48EB-9014-B477B62D2459}" dt="2020-06-16T21:49:54.055" v="1315" actId="478"/>
          <ac:spMkLst>
            <pc:docMk/>
            <pc:sldMk cId="1533287446" sldId="266"/>
            <ac:spMk id="38" creationId="{3193263E-CE52-4038-849F-D8AFC117DA15}"/>
          </ac:spMkLst>
        </pc:spChg>
        <pc:spChg chg="add del mod">
          <ac:chgData name="Ricardo Neves" userId="a2420d86-c959-463f-a209-2fea3ef854c2" providerId="ADAL" clId="{DFDCD0C2-651F-48EB-9014-B477B62D2459}" dt="2020-06-16T21:50:03.413" v="1320" actId="478"/>
          <ac:spMkLst>
            <pc:docMk/>
            <pc:sldMk cId="1533287446" sldId="266"/>
            <ac:spMk id="39" creationId="{6CB23AF9-CC3C-4155-AF3E-0673708166D8}"/>
          </ac:spMkLst>
        </pc:spChg>
        <pc:spChg chg="del">
          <ac:chgData name="Ricardo Neves" userId="a2420d86-c959-463f-a209-2fea3ef854c2" providerId="ADAL" clId="{DFDCD0C2-651F-48EB-9014-B477B62D2459}" dt="2020-06-16T21:49:29.481" v="1308" actId="478"/>
          <ac:spMkLst>
            <pc:docMk/>
            <pc:sldMk cId="1533287446" sldId="266"/>
            <ac:spMk id="47" creationId="{31F42C29-8F42-4E88-9895-F39CDE8C3632}"/>
          </ac:spMkLst>
        </pc:spChg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30.043" v="1309" actId="478"/>
          <ac:spMkLst>
            <pc:docMk/>
            <pc:sldMk cId="1533287446" sldId="266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30.491" v="1310" actId="478"/>
          <ac:spMkLst>
            <pc:docMk/>
            <pc:sldMk cId="1533287446" sldId="266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30.842" v="1311" actId="478"/>
          <ac:spMkLst>
            <pc:docMk/>
            <pc:sldMk cId="1533287446" sldId="266"/>
            <ac:spMk id="51" creationId="{6B032C71-E69C-46DC-940E-88FBD121C5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6760-25FD-452F-A327-D0C219C9B70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22756-EFC7-4145-8FE6-F550B5657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6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C4011-ACEF-489F-8C2C-DBFF0B38F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A3A54A-3E39-48C9-96B6-01652EFD8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14CD25-635F-4A5A-8D9C-F23578AC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559CFE-E77D-4B29-B9D7-0F49007D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743A0E-F845-4F65-AD8F-75569157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62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53C9F-D80D-4D51-B582-85958663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53C707-6A4A-4349-A7B4-64EA234E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7B8219-451F-49EE-9037-9B6536CE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31F47E-E5FB-4A31-8104-2B494D65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8226A-0E4E-4740-B3F4-1A1ABC5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4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7CDAF-A1D5-4ABD-955B-4E16C6D3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52F733-E412-47CC-8552-CE96B7F9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57361F-9E7B-4BF2-A256-2BBDF046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6A877D-315E-40F2-97EF-96329AC9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4ACFF6-0291-435A-AEE6-01EBE73E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40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7B6D2-9999-48E5-8C35-45261EE1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5CE2EE-D409-4879-AFD6-5F866BAE8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4BD19B-A9DB-47A5-AFE9-FB6C1E8C8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27359A-A25D-4553-B6A7-0AE6451E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BA94CD-081D-4265-BFBF-6CEAFF3C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28AD58-CA90-4426-8888-F7333FBC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33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0C083-0C11-4F80-B036-D16D8ADF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5B96F9-F13E-4CBC-B82F-D9D5BCA52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D007FE-0B12-4ECE-8DB3-36DFF29F5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C22B96-D6FF-4629-83F7-E19540A8E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462F86-1FAA-4552-8D64-2CB2DF6EC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D0385C-A5A8-4F84-8FC2-B69D1B78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DE968A-4922-4F42-B042-5F03CB33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AFA965-5064-413E-926A-A87EF90C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64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514BF-B8B9-4772-B295-7D5F97BE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D83555-B322-4787-99B1-0C16CBC4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CDDD28-2749-439B-A072-7F97E1FF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0DB404-4BAD-4C3A-A3FF-ADFFC3B6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10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FC2B77-0732-4C9B-8D28-4FB16F85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E3C9B5-A214-40A1-8B33-8F5CB504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474588-352F-48AD-84F5-1C813539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37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A43DF-58A6-48FA-A2C5-F14A441A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C831D-979B-4828-8E86-82DE8F41E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0DE9EF-B21F-469C-A394-5A221B3A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013F8C-9CBF-4C27-89B7-E64A4D42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A058DB-3CDE-4179-962E-EA93C314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756EA1-FA6C-49D6-837C-9C691730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75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B62D0-218C-4BE0-B2DF-849FA985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68C4B4-6F98-4BD8-BA86-B9F256803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948BA6-19FE-42F1-98A7-DA7E485D1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AF69A2-CD58-4BD4-BAB4-BC6390D6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1F372D-6CE2-4B30-A71C-2075AB25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B54E70-C402-4027-9ED9-91AD619B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21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80DE9-D994-427E-A16A-E7E8770A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23F38C-861A-495C-9DE0-781B12AC1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FDD34B-8474-4002-8C8E-E2A3D9CE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3DEA07-3CF0-4657-82A6-EE591F74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2C0FB-0029-4BB4-991B-BA939C3B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33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4DDD3A-FF3E-4265-986E-0E9244CF4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C2B48F-4048-42A7-A8E0-1EAADF79D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7AEAD-5E36-4F86-8A14-DE5692D8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46B118-C1CC-4E22-9414-68A9C74A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50A2B-5F9E-4BA9-83E3-15A85D96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829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6477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2449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3843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3530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5018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7017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2376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5065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528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8738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6437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D9AF1-4590-42A2-BB30-A66C54497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158D43-9DA3-4BE8-ABEF-D474D1FE0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A58231-27E3-42C6-868B-16652D2E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C4B38A-6836-416F-A2A6-9D3B2EDF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B5AEA-3B34-4EEE-8961-71E1AF35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4127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BEC5A-6E00-484C-ABD5-A7EAF5F2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28C14F-BC00-4541-A769-9120206B0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F7290C-9299-413C-8373-E5CF72BC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403B70-9EA4-492C-861E-81CAAAD2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0BE4CD-E14F-465E-AE8C-8452F887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5455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16D4E-F099-4B2C-AB98-2C6DAD1A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C23427-29B8-4EAC-9AA0-73713A263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FB6B23-90C9-4A9D-A666-D166C4D0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2D9809-A160-4A3B-B9AE-1F1838B3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171FE7-128E-4BB6-B494-7E8191D6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2770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FDB60-07BE-4A7F-9979-8B26307A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16CACE-8339-47FD-B6AE-E67EE6511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A8996-1B4B-487C-B59F-1A7CCDB11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21750-241F-48E5-90AC-0A1DC380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B31A29-0B6C-4274-89B0-EC74F967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67C2A-4AB9-4481-B403-70A9CBFF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2551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826A5-6EF6-4969-B791-C0F1192B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003F06-DD80-4D72-BDEB-4D148A1CF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B4173A-7928-47D2-8706-68A7C1114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0E71F2A-43A9-48CB-B151-59B476042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22890A-6856-4921-A42E-9CE0841B1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DAD889-611C-4094-90D9-340D653D5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AEEFA4E-0784-494A-BE44-392B3D8D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01C988-CE53-4DEF-8135-4561C14F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731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559B6-F436-4AC1-A053-B39B0C45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94DBE7-A1BE-476B-9359-37DDA5FE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FCD42D-A40B-4561-B4B2-B1FCA3A5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00272DE-9A05-4FE1-8BBB-8113C951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916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FCBCAF-D871-41D9-9D9B-B2B3AAB2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B76481-4105-4A2A-85DB-0026E7E1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41E293-A883-43DD-BA90-B35B6C56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1304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F2AF7-400C-4258-A633-785EA573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567CE6-EAAE-4A00-A760-86D4D20D1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B0D321-466E-4351-AA60-21AFB1383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220C3-07B9-4382-A3EA-FE725024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89EA09-CD0E-4D5C-9991-329D47AA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E68C3B-FA84-45E4-A2E9-6CF2469C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517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656CF-E53B-461E-82BF-D9E15A0A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DB609D-41CD-4C8A-80AA-F531DD086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9A0ABB-C270-43B6-B72C-AB163935D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D31857-DBC7-41A7-9FAD-D89D0FA2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B2B94A-67AE-488F-B242-310B4375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B1141E-B8EF-4533-B40F-5CB5FB4B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78034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ECB06-8DFB-47ED-94FD-161566B4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680793-2A88-4DAF-923F-CDDEA5F5F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B244E9-6897-4C9D-BBBE-125E33E9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C85BB0-8674-43D4-B488-0DDB26DA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491DA-8CE9-4D1E-AE21-7CB3445C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5432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C1A521-AC2A-4959-9B00-4E982D8F9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08FAE0-188B-4ED0-9266-CE4B606DE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328CB5-669A-487E-8E5F-EF8F277F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6AFAB-3ADD-442A-8233-D2576F43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D26BA2-2063-4D6C-BB4E-C37EC838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110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AFD7B-09D7-4A02-A347-061E229C5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098E03-A5CF-46DC-B3E7-9ED118204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677DB0-9756-4678-90B8-EF696212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C00DFE-7409-4409-9147-C69AF0DB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DC820-3D90-486C-BA89-60A27042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107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7FD6B-6037-4D86-A94A-89E55721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EC3938-D871-4D2C-8D2A-D9D860853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3D2657-CADA-418B-82A4-C249E231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C6D8E4-6FF5-4CEA-8BE5-3BF04E89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B9DCD6-2F82-4205-8B8F-251B4517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1599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CEE4-8C35-4530-847A-915B12EE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8D19DA-B107-4996-81DB-BEFBF4F99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46ECBF-0EC7-42ED-BD1B-421195E4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62BBE3-14D8-48C7-AAF2-F4D399F9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5FE538-7435-415F-B132-564D0FB6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6113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85BA8-B6FA-412A-B7C9-82BBD5B2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5D44C9-70AF-4051-9DF0-EC7AE1294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03BFBB-F242-4F5F-9571-D870BBCC4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F8A165-BB46-4878-8436-DDF3B686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E3F5C6-7643-4760-B5B1-3445E3A0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89E8C2-379A-4674-817F-0F4BA0D3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53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3BD90-CA91-410F-AE84-F6B508D3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5327A8-0B6C-42DC-BE79-8091C34DA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80B1CD-E7BB-40C6-A03C-EA7FC7900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081588-5F4E-4043-BA0B-4972E660D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E508FA-3445-452C-B6E4-E26DB9EBC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136D2B-8400-491A-A8E4-5239A28E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3DCF851-DCBA-45E9-A607-5F80B309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5C7C2F-16D2-48F8-9CFF-20BEF3D1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4126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86D2E-FD95-4187-B101-D871BC0A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0CC7F2-93F4-4C5B-89B0-7973BBAE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FE7DAC-34BB-4844-BACF-2B432AEF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E4B298-C8CE-4A74-9377-B83254E3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3051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499305-04A9-475B-B900-D4C2A7D1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F1F09F-D992-41C2-B0C7-2ABD3A56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1E6DE9-3635-4E0D-B16A-8B459F1F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304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30356-48A0-4F3A-A678-B7C529C30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D6B060-3D3C-4D9C-B007-A28A9692A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4D71DC-6108-4B2A-BCB1-FCD625854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17FFE-97A4-4221-946B-0755AE829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32FF21-F29C-4CB8-98D9-D92A6CFE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8BF04C-91E7-4108-9E0B-8BC93DE4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3937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5C362-C15B-42B0-9C59-C7EB65AD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F5627B-0662-4708-A1CB-7FA1F1CB6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97A626-18B8-4181-B217-F3C4E2786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381670-2C24-47D1-A4F6-D79DF308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8D92ED-ABB2-4214-8482-1403A744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8D4CCD-DB47-49A0-811E-93F68998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0828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8CC93-278D-4E21-872E-79EE23866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24931D-2920-4005-81D3-A2487C18E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2E8788-24F2-4631-86C0-09084A91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E4227-1318-403D-B36F-9D5D53F4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610E36-1D0C-4763-A9E8-9E71B0AF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0886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95E51B-A666-4437-98FD-76D5012DF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7456E6-76A8-4B19-9438-299368E1A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68A588-9E65-4FCC-964E-943A430A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BC28B2-7CBB-4E9C-8091-4F0340D7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139213-397A-4B13-8835-E3C93FE7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95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BBD1C93-9E8C-40C8-87B4-7F09CA52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2DA44C-5887-4736-857E-08B147ED2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4D134-F236-4A47-8552-8F232F256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6F90A-42AD-4C2E-900C-A24368ECB301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F48821-BA49-4A26-98EF-5F0E4CDEA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86C67-407C-4B84-A23A-DE0BF3C1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82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0F6B6-62DB-43E3-9F33-BF9B02691E98}" type="datetimeFigureOut">
              <a:rPr lang="pt-BR" smtClean="0"/>
              <a:t>06/10/2022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32458-A6C0-4C44-94A7-6CB8A864BD2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21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07EE2B3-BD58-4C68-820B-B4D9F67B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A2D5BC-DE55-43AB-B28B-61AAA69E8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4A4DAC-37F4-4B44-8BA4-5F4174A2F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7DC1E-B2EB-42B4-B1CB-4DAF324B97E0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95B07-427B-4B75-8623-9B8740914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47DA37-784D-4E59-895E-BF05DE9B6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18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C7DE86-FD90-4D89-BBC6-16255EDF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27C86F-54FC-4CD7-BCCC-FB60963D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AC4A3A-7953-45F7-95F1-157F9FC1F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60ED7-156A-497F-AB7E-796633CD8448}" type="datetimeFigureOut">
              <a:rPr lang="pt-BR" smtClean="0"/>
              <a:t>06/10/2022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B513F2-7B8F-4A34-96EE-843FA2AD2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D8C772-5C9C-4EB0-854C-24C4302C0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29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0361A8-3654-4D9F-9DD3-94366E706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E7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938212" y="190500"/>
            <a:ext cx="2028821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9" name="Retângulo: Cantos Arredondados 178">
            <a:extLst>
              <a:ext uri="{FF2B5EF4-FFF2-40B4-BE49-F238E27FC236}">
                <a16:creationId xmlns:a16="http://schemas.microsoft.com/office/drawing/2014/main" id="{DE883C0C-2CEF-415C-99B9-84640C696C11}"/>
              </a:ext>
            </a:extLst>
          </p:cNvPr>
          <p:cNvSpPr/>
          <p:nvPr/>
        </p:nvSpPr>
        <p:spPr>
          <a:xfrm>
            <a:off x="3162296" y="199159"/>
            <a:ext cx="2062163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0" name="Retângulo: Cantos Arredondados 179">
            <a:extLst>
              <a:ext uri="{FF2B5EF4-FFF2-40B4-BE49-F238E27FC236}">
                <a16:creationId xmlns:a16="http://schemas.microsoft.com/office/drawing/2014/main" id="{230593AA-E2D7-44BA-8756-EC69F9C3B6A9}"/>
              </a:ext>
            </a:extLst>
          </p:cNvPr>
          <p:cNvSpPr/>
          <p:nvPr/>
        </p:nvSpPr>
        <p:spPr>
          <a:xfrm>
            <a:off x="5419724" y="190500"/>
            <a:ext cx="2095500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1" name="Retângulo: Cantos Arredondados 180">
            <a:extLst>
              <a:ext uri="{FF2B5EF4-FFF2-40B4-BE49-F238E27FC236}">
                <a16:creationId xmlns:a16="http://schemas.microsoft.com/office/drawing/2014/main" id="{3FFFA166-8D37-4C10-B09A-440D4A82C74A}"/>
              </a:ext>
            </a:extLst>
          </p:cNvPr>
          <p:cNvSpPr/>
          <p:nvPr/>
        </p:nvSpPr>
        <p:spPr>
          <a:xfrm>
            <a:off x="7710487" y="190500"/>
            <a:ext cx="2024061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2" name="Retângulo: Cantos Arredondados 181">
            <a:extLst>
              <a:ext uri="{FF2B5EF4-FFF2-40B4-BE49-F238E27FC236}">
                <a16:creationId xmlns:a16="http://schemas.microsoft.com/office/drawing/2014/main" id="{56B87415-7C62-499A-A37A-01EE5F56CCE9}"/>
              </a:ext>
            </a:extLst>
          </p:cNvPr>
          <p:cNvSpPr/>
          <p:nvPr/>
        </p:nvSpPr>
        <p:spPr>
          <a:xfrm>
            <a:off x="9929812" y="190500"/>
            <a:ext cx="2066924" cy="1151659"/>
          </a:xfrm>
          <a:prstGeom prst="roundRect">
            <a:avLst>
              <a:gd name="adj" fmla="val 8271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C13F852F-51F9-451A-B124-65C60037757B}"/>
              </a:ext>
            </a:extLst>
          </p:cNvPr>
          <p:cNvSpPr/>
          <p:nvPr/>
        </p:nvSpPr>
        <p:spPr>
          <a:xfrm>
            <a:off x="938213" y="1541316"/>
            <a:ext cx="3533776" cy="2441865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9970" y="0"/>
            <a:ext cx="752473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D6B42162-E1AD-471E-8E50-3F8285B58B0D}"/>
              </a:ext>
            </a:extLst>
          </p:cNvPr>
          <p:cNvSpPr/>
          <p:nvPr/>
        </p:nvSpPr>
        <p:spPr>
          <a:xfrm>
            <a:off x="4657728" y="1541319"/>
            <a:ext cx="3602600" cy="2441864"/>
          </a:xfrm>
          <a:prstGeom prst="roundRect">
            <a:avLst>
              <a:gd name="adj" fmla="val 3901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FA9AA816-9B55-46FB-AC4D-0AF86D080E57}"/>
              </a:ext>
            </a:extLst>
          </p:cNvPr>
          <p:cNvSpPr/>
          <p:nvPr/>
        </p:nvSpPr>
        <p:spPr>
          <a:xfrm>
            <a:off x="8448675" y="1541319"/>
            <a:ext cx="3548062" cy="5126181"/>
          </a:xfrm>
          <a:prstGeom prst="roundRect">
            <a:avLst>
              <a:gd name="adj" fmla="val 2685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7" name="Retângulo: Cantos Arredondados 186">
            <a:extLst>
              <a:ext uri="{FF2B5EF4-FFF2-40B4-BE49-F238E27FC236}">
                <a16:creationId xmlns:a16="http://schemas.microsoft.com/office/drawing/2014/main" id="{D019600D-E7EE-43FB-B9C6-7438E563D325}"/>
              </a:ext>
            </a:extLst>
          </p:cNvPr>
          <p:cNvSpPr/>
          <p:nvPr/>
        </p:nvSpPr>
        <p:spPr>
          <a:xfrm>
            <a:off x="923927" y="4182341"/>
            <a:ext cx="3548062" cy="247650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8" name="Retângulo: Cantos Arredondados 187">
            <a:extLst>
              <a:ext uri="{FF2B5EF4-FFF2-40B4-BE49-F238E27FC236}">
                <a16:creationId xmlns:a16="http://schemas.microsoft.com/office/drawing/2014/main" id="{EADE9458-B046-4A13-9F3F-D4220062DFCB}"/>
              </a:ext>
            </a:extLst>
          </p:cNvPr>
          <p:cNvSpPr/>
          <p:nvPr/>
        </p:nvSpPr>
        <p:spPr>
          <a:xfrm>
            <a:off x="4672014" y="4199660"/>
            <a:ext cx="3588314" cy="2459182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1" name="Retângulo: Cantos Arredondados 350">
            <a:extLst>
              <a:ext uri="{FF2B5EF4-FFF2-40B4-BE49-F238E27FC236}">
                <a16:creationId xmlns:a16="http://schemas.microsoft.com/office/drawing/2014/main" id="{75900B9C-0F8F-44A0-BB19-19E672AC24FD}"/>
              </a:ext>
            </a:extLst>
          </p:cNvPr>
          <p:cNvSpPr/>
          <p:nvPr/>
        </p:nvSpPr>
        <p:spPr>
          <a:xfrm>
            <a:off x="1114425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AECED2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2" name="Retângulo: Cantos Arredondados 351">
            <a:extLst>
              <a:ext uri="{FF2B5EF4-FFF2-40B4-BE49-F238E27FC236}">
                <a16:creationId xmlns:a16="http://schemas.microsoft.com/office/drawing/2014/main" id="{936078B8-7B46-45FA-90E9-2BD9FE2A015D}"/>
              </a:ext>
            </a:extLst>
          </p:cNvPr>
          <p:cNvSpPr/>
          <p:nvPr/>
        </p:nvSpPr>
        <p:spPr>
          <a:xfrm>
            <a:off x="3338513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AECED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3" name="Retângulo: Cantos Arredondados 352">
            <a:extLst>
              <a:ext uri="{FF2B5EF4-FFF2-40B4-BE49-F238E27FC236}">
                <a16:creationId xmlns:a16="http://schemas.microsoft.com/office/drawing/2014/main" id="{4A007D25-0939-4D29-960F-3DD91EA83397}"/>
              </a:ext>
            </a:extLst>
          </p:cNvPr>
          <p:cNvSpPr/>
          <p:nvPr/>
        </p:nvSpPr>
        <p:spPr>
          <a:xfrm>
            <a:off x="5586409" y="506182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AECED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4" name="Retângulo: Cantos Arredondados 353">
            <a:extLst>
              <a:ext uri="{FF2B5EF4-FFF2-40B4-BE49-F238E27FC236}">
                <a16:creationId xmlns:a16="http://schemas.microsoft.com/office/drawing/2014/main" id="{265C537F-8523-47E7-8909-BACC01E3D58D}"/>
              </a:ext>
            </a:extLst>
          </p:cNvPr>
          <p:cNvSpPr/>
          <p:nvPr/>
        </p:nvSpPr>
        <p:spPr>
          <a:xfrm>
            <a:off x="7881938" y="505269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AECED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5" name="Retângulo: Cantos Arredondados 354">
            <a:extLst>
              <a:ext uri="{FF2B5EF4-FFF2-40B4-BE49-F238E27FC236}">
                <a16:creationId xmlns:a16="http://schemas.microsoft.com/office/drawing/2014/main" id="{B5E09D3D-7B8E-43BD-96CA-EE887C58699A}"/>
              </a:ext>
            </a:extLst>
          </p:cNvPr>
          <p:cNvSpPr/>
          <p:nvPr/>
        </p:nvSpPr>
        <p:spPr>
          <a:xfrm>
            <a:off x="10098041" y="51308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AECED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6" name="Forma Livre: Forma 375">
            <a:extLst>
              <a:ext uri="{FF2B5EF4-FFF2-40B4-BE49-F238E27FC236}">
                <a16:creationId xmlns:a16="http://schemas.microsoft.com/office/drawing/2014/main" id="{34828E62-4C49-448C-98E3-B2CB09C74DD5}"/>
              </a:ext>
            </a:extLst>
          </p:cNvPr>
          <p:cNvSpPr>
            <a:spLocks noChangeAspect="1"/>
          </p:cNvSpPr>
          <p:nvPr/>
        </p:nvSpPr>
        <p:spPr>
          <a:xfrm>
            <a:off x="1235722" y="648008"/>
            <a:ext cx="227974" cy="227985"/>
          </a:xfrm>
          <a:custGeom>
            <a:avLst/>
            <a:gdLst>
              <a:gd name="connsiteX0" fmla="*/ 1485790 w 3257782"/>
              <a:gd name="connsiteY0" fmla="*/ 0 h 3257942"/>
              <a:gd name="connsiteX1" fmla="*/ 3036304 w 3257782"/>
              <a:gd name="connsiteY1" fmla="*/ 221636 h 3257942"/>
              <a:gd name="connsiteX2" fmla="*/ 3257783 w 3257782"/>
              <a:gd name="connsiteY2" fmla="*/ 1772306 h 3257942"/>
              <a:gd name="connsiteX3" fmla="*/ 1818009 w 3257782"/>
              <a:gd name="connsiteY3" fmla="*/ 3212080 h 3257942"/>
              <a:gd name="connsiteX4" fmla="*/ 1596530 w 3257782"/>
              <a:gd name="connsiteY4" fmla="*/ 3212080 h 3257942"/>
              <a:gd name="connsiteX5" fmla="*/ 45860 w 3257782"/>
              <a:gd name="connsiteY5" fmla="*/ 1661410 h 3257942"/>
              <a:gd name="connsiteX6" fmla="*/ 45860 w 3257782"/>
              <a:gd name="connsiteY6" fmla="*/ 1439930 h 3257942"/>
              <a:gd name="connsiteX7" fmla="*/ 1485790 w 3257782"/>
              <a:gd name="connsiteY7" fmla="*/ 0 h 3257942"/>
              <a:gd name="connsiteX8" fmla="*/ 1596530 w 3257782"/>
              <a:gd name="connsiteY8" fmla="*/ 332376 h 3257942"/>
              <a:gd name="connsiteX9" fmla="*/ 378079 w 3257782"/>
              <a:gd name="connsiteY9" fmla="*/ 1550670 h 3257942"/>
              <a:gd name="connsiteX10" fmla="*/ 1707270 w 3257782"/>
              <a:gd name="connsiteY10" fmla="*/ 2879704 h 3257942"/>
              <a:gd name="connsiteX11" fmla="*/ 2925564 w 3257782"/>
              <a:gd name="connsiteY11" fmla="*/ 1661410 h 3257942"/>
              <a:gd name="connsiteX12" fmla="*/ 2759532 w 3257782"/>
              <a:gd name="connsiteY12" fmla="*/ 498407 h 3257942"/>
              <a:gd name="connsiteX13" fmla="*/ 1596530 w 3257782"/>
              <a:gd name="connsiteY13" fmla="*/ 332376 h 3257942"/>
              <a:gd name="connsiteX14" fmla="*/ 1928593 w 3257782"/>
              <a:gd name="connsiteY14" fmla="*/ 1329191 h 3257942"/>
              <a:gd name="connsiteX15" fmla="*/ 1928671 w 3257782"/>
              <a:gd name="connsiteY15" fmla="*/ 885996 h 3257942"/>
              <a:gd name="connsiteX16" fmla="*/ 2371865 w 3257782"/>
              <a:gd name="connsiteY16" fmla="*/ 886075 h 3257942"/>
              <a:gd name="connsiteX17" fmla="*/ 2371787 w 3257782"/>
              <a:gd name="connsiteY17" fmla="*/ 1329269 h 3257942"/>
              <a:gd name="connsiteX18" fmla="*/ 1928593 w 3257782"/>
              <a:gd name="connsiteY18" fmla="*/ 1329191 h 325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57782" h="3257942">
                <a:moveTo>
                  <a:pt x="1485790" y="0"/>
                </a:moveTo>
                <a:lnTo>
                  <a:pt x="3036304" y="221636"/>
                </a:lnTo>
                <a:lnTo>
                  <a:pt x="3257783" y="1772306"/>
                </a:lnTo>
                <a:lnTo>
                  <a:pt x="1818009" y="3212080"/>
                </a:lnTo>
                <a:cubicBezTo>
                  <a:pt x="1756844" y="3273230"/>
                  <a:pt x="1657695" y="3273230"/>
                  <a:pt x="1596530" y="3212080"/>
                </a:cubicBezTo>
                <a:lnTo>
                  <a:pt x="45860" y="1661410"/>
                </a:lnTo>
                <a:cubicBezTo>
                  <a:pt x="-15287" y="1600244"/>
                  <a:pt x="-15287" y="1501096"/>
                  <a:pt x="45860" y="1439930"/>
                </a:cubicBezTo>
                <a:lnTo>
                  <a:pt x="1485790" y="0"/>
                </a:lnTo>
                <a:close/>
                <a:moveTo>
                  <a:pt x="1596530" y="332376"/>
                </a:moveTo>
                <a:lnTo>
                  <a:pt x="378079" y="1550670"/>
                </a:lnTo>
                <a:lnTo>
                  <a:pt x="1707270" y="2879704"/>
                </a:lnTo>
                <a:lnTo>
                  <a:pt x="2925564" y="1661410"/>
                </a:lnTo>
                <a:lnTo>
                  <a:pt x="2759532" y="498407"/>
                </a:lnTo>
                <a:lnTo>
                  <a:pt x="1596530" y="332376"/>
                </a:lnTo>
                <a:close/>
                <a:moveTo>
                  <a:pt x="1928593" y="1329191"/>
                </a:moveTo>
                <a:cubicBezTo>
                  <a:pt x="1806231" y="1206785"/>
                  <a:pt x="1806262" y="1008360"/>
                  <a:pt x="1928671" y="885996"/>
                </a:cubicBezTo>
                <a:cubicBezTo>
                  <a:pt x="2051080" y="763633"/>
                  <a:pt x="2249503" y="763669"/>
                  <a:pt x="2371865" y="886075"/>
                </a:cubicBezTo>
                <a:cubicBezTo>
                  <a:pt x="2494227" y="1008481"/>
                  <a:pt x="2494196" y="1206905"/>
                  <a:pt x="2371787" y="1329269"/>
                </a:cubicBezTo>
                <a:cubicBezTo>
                  <a:pt x="2249378" y="1451631"/>
                  <a:pt x="2050955" y="1451600"/>
                  <a:pt x="1928593" y="1329191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7" name="Forma Livre: Forma 376">
            <a:extLst>
              <a:ext uri="{FF2B5EF4-FFF2-40B4-BE49-F238E27FC236}">
                <a16:creationId xmlns:a16="http://schemas.microsoft.com/office/drawing/2014/main" id="{76EAFD84-9DD9-48DA-8271-49884378992F}"/>
              </a:ext>
            </a:extLst>
          </p:cNvPr>
          <p:cNvSpPr>
            <a:spLocks noChangeAspect="1"/>
          </p:cNvSpPr>
          <p:nvPr/>
        </p:nvSpPr>
        <p:spPr>
          <a:xfrm>
            <a:off x="3450431" y="633716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8" name="Forma Livre: Forma 377">
            <a:extLst>
              <a:ext uri="{FF2B5EF4-FFF2-40B4-BE49-F238E27FC236}">
                <a16:creationId xmlns:a16="http://schemas.microsoft.com/office/drawing/2014/main" id="{77BCA2AC-E5D5-469F-8886-9728440CB113}"/>
              </a:ext>
            </a:extLst>
          </p:cNvPr>
          <p:cNvSpPr>
            <a:spLocks noChangeAspect="1"/>
          </p:cNvSpPr>
          <p:nvPr/>
        </p:nvSpPr>
        <p:spPr>
          <a:xfrm>
            <a:off x="5693174" y="633717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79" name="Forma Livre: Forma 378">
            <a:extLst>
              <a:ext uri="{FF2B5EF4-FFF2-40B4-BE49-F238E27FC236}">
                <a16:creationId xmlns:a16="http://schemas.microsoft.com/office/drawing/2014/main" id="{09B43A32-645A-49CB-B11A-0C056784EE4D}"/>
              </a:ext>
            </a:extLst>
          </p:cNvPr>
          <p:cNvSpPr>
            <a:spLocks noChangeAspect="1"/>
          </p:cNvSpPr>
          <p:nvPr/>
        </p:nvSpPr>
        <p:spPr>
          <a:xfrm flipH="1">
            <a:off x="7979798" y="633716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80" name="Forma Livre: Forma 379">
            <a:extLst>
              <a:ext uri="{FF2B5EF4-FFF2-40B4-BE49-F238E27FC236}">
                <a16:creationId xmlns:a16="http://schemas.microsoft.com/office/drawing/2014/main" id="{DF7B68BE-60C5-4DCF-969F-FAAEBB4EA387}"/>
              </a:ext>
            </a:extLst>
          </p:cNvPr>
          <p:cNvSpPr>
            <a:spLocks noChangeAspect="1"/>
          </p:cNvSpPr>
          <p:nvPr/>
        </p:nvSpPr>
        <p:spPr>
          <a:xfrm>
            <a:off x="10159775" y="633716"/>
            <a:ext cx="352783" cy="256569"/>
          </a:xfrm>
          <a:custGeom>
            <a:avLst/>
            <a:gdLst>
              <a:gd name="connsiteX0" fmla="*/ 1722967 w 3445933"/>
              <a:gd name="connsiteY0" fmla="*/ 0 h 2506133"/>
              <a:gd name="connsiteX1" fmla="*/ 3445933 w 3445933"/>
              <a:gd name="connsiteY1" fmla="*/ 939800 h 2506133"/>
              <a:gd name="connsiteX2" fmla="*/ 3445933 w 3445933"/>
              <a:gd name="connsiteY2" fmla="*/ 1566333 h 2506133"/>
              <a:gd name="connsiteX3" fmla="*/ 1722967 w 3445933"/>
              <a:gd name="connsiteY3" fmla="*/ 2506133 h 2506133"/>
              <a:gd name="connsiteX4" fmla="*/ 783 w 3445933"/>
              <a:gd name="connsiteY4" fmla="*/ 1594058 h 2506133"/>
              <a:gd name="connsiteX5" fmla="*/ 0 w 3445933"/>
              <a:gd name="connsiteY5" fmla="*/ 1566333 h 2506133"/>
              <a:gd name="connsiteX6" fmla="*/ 0 w 3445933"/>
              <a:gd name="connsiteY6" fmla="*/ 939800 h 2506133"/>
              <a:gd name="connsiteX7" fmla="*/ 1722967 w 3445933"/>
              <a:gd name="connsiteY7" fmla="*/ 0 h 2506133"/>
              <a:gd name="connsiteX8" fmla="*/ 1722967 w 3445933"/>
              <a:gd name="connsiteY8" fmla="*/ 1879600 h 2506133"/>
              <a:gd name="connsiteX9" fmla="*/ 313267 w 3445933"/>
              <a:gd name="connsiteY9" fmla="*/ 1480185 h 2506133"/>
              <a:gd name="connsiteX10" fmla="*/ 313267 w 3445933"/>
              <a:gd name="connsiteY10" fmla="*/ 1566333 h 2506133"/>
              <a:gd name="connsiteX11" fmla="*/ 1722967 w 3445933"/>
              <a:gd name="connsiteY11" fmla="*/ 2192867 h 2506133"/>
              <a:gd name="connsiteX12" fmla="*/ 3131884 w 3445933"/>
              <a:gd name="connsiteY12" fmla="*/ 1584816 h 2506133"/>
              <a:gd name="connsiteX13" fmla="*/ 3132667 w 3445933"/>
              <a:gd name="connsiteY13" fmla="*/ 1566333 h 2506133"/>
              <a:gd name="connsiteX14" fmla="*/ 3132823 w 3445933"/>
              <a:gd name="connsiteY14" fmla="*/ 1480185 h 2506133"/>
              <a:gd name="connsiteX15" fmla="*/ 1722967 w 3445933"/>
              <a:gd name="connsiteY15" fmla="*/ 1879600 h 2506133"/>
              <a:gd name="connsiteX16" fmla="*/ 1722967 w 3445933"/>
              <a:gd name="connsiteY16" fmla="*/ 313267 h 2506133"/>
              <a:gd name="connsiteX17" fmla="*/ 313267 w 3445933"/>
              <a:gd name="connsiteY17" fmla="*/ 939800 h 2506133"/>
              <a:gd name="connsiteX18" fmla="*/ 1722967 w 3445933"/>
              <a:gd name="connsiteY18" fmla="*/ 1566333 h 2506133"/>
              <a:gd name="connsiteX19" fmla="*/ 3132667 w 3445933"/>
              <a:gd name="connsiteY19" fmla="*/ 939800 h 2506133"/>
              <a:gd name="connsiteX20" fmla="*/ 1722967 w 3445933"/>
              <a:gd name="connsiteY20" fmla="*/ 313267 h 250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5933" h="2506133">
                <a:moveTo>
                  <a:pt x="1722967" y="0"/>
                </a:moveTo>
                <a:cubicBezTo>
                  <a:pt x="2674514" y="0"/>
                  <a:pt x="3445933" y="420717"/>
                  <a:pt x="3445933" y="939800"/>
                </a:cubicBezTo>
                <a:lnTo>
                  <a:pt x="3445933" y="1566333"/>
                </a:lnTo>
                <a:cubicBezTo>
                  <a:pt x="3445933" y="2085416"/>
                  <a:pt x="2674514" y="2506133"/>
                  <a:pt x="1722967" y="2506133"/>
                </a:cubicBezTo>
                <a:cubicBezTo>
                  <a:pt x="788336" y="2506133"/>
                  <a:pt x="27567" y="2100297"/>
                  <a:pt x="783" y="1594058"/>
                </a:cubicBezTo>
                <a:lnTo>
                  <a:pt x="0" y="1566333"/>
                </a:lnTo>
                <a:lnTo>
                  <a:pt x="0" y="939800"/>
                </a:lnTo>
                <a:cubicBezTo>
                  <a:pt x="0" y="420717"/>
                  <a:pt x="771419" y="0"/>
                  <a:pt x="1722967" y="0"/>
                </a:cubicBezTo>
                <a:close/>
                <a:moveTo>
                  <a:pt x="1722967" y="1879600"/>
                </a:moveTo>
                <a:cubicBezTo>
                  <a:pt x="1140291" y="1879600"/>
                  <a:pt x="624967" y="1721870"/>
                  <a:pt x="313267" y="1480185"/>
                </a:cubicBezTo>
                <a:lnTo>
                  <a:pt x="313267" y="1566333"/>
                </a:lnTo>
                <a:cubicBezTo>
                  <a:pt x="313267" y="1861117"/>
                  <a:pt x="921474" y="2192867"/>
                  <a:pt x="1722967" y="2192867"/>
                </a:cubicBezTo>
                <a:cubicBezTo>
                  <a:pt x="2507700" y="2192867"/>
                  <a:pt x="3107292" y="1874901"/>
                  <a:pt x="3131884" y="1584816"/>
                </a:cubicBezTo>
                <a:lnTo>
                  <a:pt x="3132667" y="1566333"/>
                </a:lnTo>
                <a:lnTo>
                  <a:pt x="3132823" y="1480185"/>
                </a:lnTo>
                <a:cubicBezTo>
                  <a:pt x="2821123" y="1721714"/>
                  <a:pt x="2305799" y="1879600"/>
                  <a:pt x="1722967" y="1879600"/>
                </a:cubicBezTo>
                <a:close/>
                <a:moveTo>
                  <a:pt x="1722967" y="313267"/>
                </a:moveTo>
                <a:cubicBezTo>
                  <a:pt x="921474" y="313267"/>
                  <a:pt x="313267" y="645016"/>
                  <a:pt x="313267" y="939800"/>
                </a:cubicBezTo>
                <a:cubicBezTo>
                  <a:pt x="313267" y="1234584"/>
                  <a:pt x="921474" y="1566333"/>
                  <a:pt x="1722967" y="1566333"/>
                </a:cubicBezTo>
                <a:cubicBezTo>
                  <a:pt x="2524460" y="1566333"/>
                  <a:pt x="3132667" y="1234584"/>
                  <a:pt x="3132667" y="939800"/>
                </a:cubicBezTo>
                <a:cubicBezTo>
                  <a:pt x="3132667" y="645016"/>
                  <a:pt x="2524460" y="313267"/>
                  <a:pt x="1722967" y="313267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E2EED431-8034-408C-B2F6-CE21988F7481}"/>
              </a:ext>
            </a:extLst>
          </p:cNvPr>
          <p:cNvSpPr>
            <a:spLocks noChangeAspect="1"/>
          </p:cNvSpPr>
          <p:nvPr/>
        </p:nvSpPr>
        <p:spPr>
          <a:xfrm>
            <a:off x="236352" y="2029848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07A3BE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30A028C-75EA-40DB-95A1-B28E03E34B57}"/>
              </a:ext>
            </a:extLst>
          </p:cNvPr>
          <p:cNvSpPr/>
          <p:nvPr/>
        </p:nvSpPr>
        <p:spPr>
          <a:xfrm>
            <a:off x="240600" y="1376558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07A3BE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306721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1">
            <a:extLst>
              <a:ext uri="{FF2B5EF4-FFF2-40B4-BE49-F238E27FC236}">
                <a16:creationId xmlns:a16="http://schemas.microsoft.com/office/drawing/2014/main" id="{8F40B1ED-FDE2-4EA5-AC0A-44456C9E3D7C}"/>
              </a:ext>
            </a:extLst>
          </p:cNvPr>
          <p:cNvSpPr/>
          <p:nvPr/>
        </p:nvSpPr>
        <p:spPr>
          <a:xfrm>
            <a:off x="0" y="2306234"/>
            <a:ext cx="12192000" cy="4551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0361A8-3654-4D9F-9DD3-94366E7068A2}"/>
              </a:ext>
            </a:extLst>
          </p:cNvPr>
          <p:cNvSpPr/>
          <p:nvPr/>
        </p:nvSpPr>
        <p:spPr>
          <a:xfrm>
            <a:off x="0" y="-1"/>
            <a:ext cx="12192000" cy="2307737"/>
          </a:xfrm>
          <a:prstGeom prst="rect">
            <a:avLst/>
          </a:prstGeom>
          <a:solidFill>
            <a:srgbClr val="0065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938212" y="190500"/>
            <a:ext cx="2028821" cy="1143000"/>
          </a:xfrm>
          <a:prstGeom prst="roundRect">
            <a:avLst>
              <a:gd name="adj" fmla="val 8333"/>
            </a:avLst>
          </a:prstGeom>
          <a:solidFill>
            <a:srgbClr val="ECECE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9" name="Retângulo: Cantos Arredondados 178">
            <a:extLst>
              <a:ext uri="{FF2B5EF4-FFF2-40B4-BE49-F238E27FC236}">
                <a16:creationId xmlns:a16="http://schemas.microsoft.com/office/drawing/2014/main" id="{DE883C0C-2CEF-415C-99B9-84640C696C11}"/>
              </a:ext>
            </a:extLst>
          </p:cNvPr>
          <p:cNvSpPr/>
          <p:nvPr/>
        </p:nvSpPr>
        <p:spPr>
          <a:xfrm>
            <a:off x="3162296" y="199159"/>
            <a:ext cx="2062163" cy="1143000"/>
          </a:xfrm>
          <a:prstGeom prst="roundRect">
            <a:avLst>
              <a:gd name="adj" fmla="val 8333"/>
            </a:avLst>
          </a:prstGeom>
          <a:solidFill>
            <a:srgbClr val="ECECE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0" name="Retângulo: Cantos Arredondados 179">
            <a:extLst>
              <a:ext uri="{FF2B5EF4-FFF2-40B4-BE49-F238E27FC236}">
                <a16:creationId xmlns:a16="http://schemas.microsoft.com/office/drawing/2014/main" id="{230593AA-E2D7-44BA-8756-EC69F9C3B6A9}"/>
              </a:ext>
            </a:extLst>
          </p:cNvPr>
          <p:cNvSpPr/>
          <p:nvPr/>
        </p:nvSpPr>
        <p:spPr>
          <a:xfrm>
            <a:off x="5419724" y="1905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ECECE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1" name="Retângulo: Cantos Arredondados 180">
            <a:extLst>
              <a:ext uri="{FF2B5EF4-FFF2-40B4-BE49-F238E27FC236}">
                <a16:creationId xmlns:a16="http://schemas.microsoft.com/office/drawing/2014/main" id="{3FFFA166-8D37-4C10-B09A-440D4A82C74A}"/>
              </a:ext>
            </a:extLst>
          </p:cNvPr>
          <p:cNvSpPr/>
          <p:nvPr/>
        </p:nvSpPr>
        <p:spPr>
          <a:xfrm>
            <a:off x="7710487" y="190500"/>
            <a:ext cx="2024061" cy="1143000"/>
          </a:xfrm>
          <a:prstGeom prst="roundRect">
            <a:avLst>
              <a:gd name="adj" fmla="val 8333"/>
            </a:avLst>
          </a:prstGeom>
          <a:solidFill>
            <a:srgbClr val="ECECE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2" name="Retângulo: Cantos Arredondados 181">
            <a:extLst>
              <a:ext uri="{FF2B5EF4-FFF2-40B4-BE49-F238E27FC236}">
                <a16:creationId xmlns:a16="http://schemas.microsoft.com/office/drawing/2014/main" id="{56B87415-7C62-499A-A37A-01EE5F56CCE9}"/>
              </a:ext>
            </a:extLst>
          </p:cNvPr>
          <p:cNvSpPr/>
          <p:nvPr/>
        </p:nvSpPr>
        <p:spPr>
          <a:xfrm>
            <a:off x="9929812" y="190500"/>
            <a:ext cx="2066924" cy="1151659"/>
          </a:xfrm>
          <a:prstGeom prst="roundRect">
            <a:avLst>
              <a:gd name="adj" fmla="val 8271"/>
            </a:avLst>
          </a:prstGeom>
          <a:solidFill>
            <a:srgbClr val="ECECE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C13F852F-51F9-451A-B124-65C60037757B}"/>
              </a:ext>
            </a:extLst>
          </p:cNvPr>
          <p:cNvSpPr/>
          <p:nvPr/>
        </p:nvSpPr>
        <p:spPr>
          <a:xfrm>
            <a:off x="938213" y="1541318"/>
            <a:ext cx="3533776" cy="2441864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-919" y="-1"/>
            <a:ext cx="752473" cy="685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D6B42162-E1AD-471E-8E50-3F8285B58B0D}"/>
              </a:ext>
            </a:extLst>
          </p:cNvPr>
          <p:cNvSpPr/>
          <p:nvPr/>
        </p:nvSpPr>
        <p:spPr>
          <a:xfrm>
            <a:off x="4657728" y="1541319"/>
            <a:ext cx="3602600" cy="2441864"/>
          </a:xfrm>
          <a:prstGeom prst="roundRect">
            <a:avLst>
              <a:gd name="adj" fmla="val 3901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FA9AA816-9B55-46FB-AC4D-0AF86D080E57}"/>
              </a:ext>
            </a:extLst>
          </p:cNvPr>
          <p:cNvSpPr/>
          <p:nvPr/>
        </p:nvSpPr>
        <p:spPr>
          <a:xfrm>
            <a:off x="8448675" y="1541319"/>
            <a:ext cx="3548062" cy="5126181"/>
          </a:xfrm>
          <a:prstGeom prst="roundRect">
            <a:avLst>
              <a:gd name="adj" fmla="val 2685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7" name="Retângulo: Cantos Arredondados 186">
            <a:extLst>
              <a:ext uri="{FF2B5EF4-FFF2-40B4-BE49-F238E27FC236}">
                <a16:creationId xmlns:a16="http://schemas.microsoft.com/office/drawing/2014/main" id="{D019600D-E7EE-43FB-B9C6-7438E563D325}"/>
              </a:ext>
            </a:extLst>
          </p:cNvPr>
          <p:cNvSpPr/>
          <p:nvPr/>
        </p:nvSpPr>
        <p:spPr>
          <a:xfrm>
            <a:off x="923927" y="4182341"/>
            <a:ext cx="3548062" cy="247650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8" name="Retângulo: Cantos Arredondados 187">
            <a:extLst>
              <a:ext uri="{FF2B5EF4-FFF2-40B4-BE49-F238E27FC236}">
                <a16:creationId xmlns:a16="http://schemas.microsoft.com/office/drawing/2014/main" id="{EADE9458-B046-4A13-9F3F-D4220062DFCB}"/>
              </a:ext>
            </a:extLst>
          </p:cNvPr>
          <p:cNvSpPr/>
          <p:nvPr/>
        </p:nvSpPr>
        <p:spPr>
          <a:xfrm>
            <a:off x="4672014" y="4199660"/>
            <a:ext cx="3602600" cy="2459182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1" name="Retângulo: Cantos Arredondados 350">
            <a:extLst>
              <a:ext uri="{FF2B5EF4-FFF2-40B4-BE49-F238E27FC236}">
                <a16:creationId xmlns:a16="http://schemas.microsoft.com/office/drawing/2014/main" id="{75900B9C-0F8F-44A0-BB19-19E672AC24FD}"/>
              </a:ext>
            </a:extLst>
          </p:cNvPr>
          <p:cNvSpPr/>
          <p:nvPr/>
        </p:nvSpPr>
        <p:spPr>
          <a:xfrm>
            <a:off x="1114425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D02D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2" name="Retângulo: Cantos Arredondados 351">
            <a:extLst>
              <a:ext uri="{FF2B5EF4-FFF2-40B4-BE49-F238E27FC236}">
                <a16:creationId xmlns:a16="http://schemas.microsoft.com/office/drawing/2014/main" id="{936078B8-7B46-45FA-90E9-2BD9FE2A015D}"/>
              </a:ext>
            </a:extLst>
          </p:cNvPr>
          <p:cNvSpPr/>
          <p:nvPr/>
        </p:nvSpPr>
        <p:spPr>
          <a:xfrm>
            <a:off x="3338513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D0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3" name="Retângulo: Cantos Arredondados 352">
            <a:extLst>
              <a:ext uri="{FF2B5EF4-FFF2-40B4-BE49-F238E27FC236}">
                <a16:creationId xmlns:a16="http://schemas.microsoft.com/office/drawing/2014/main" id="{4A007D25-0939-4D29-960F-3DD91EA83397}"/>
              </a:ext>
            </a:extLst>
          </p:cNvPr>
          <p:cNvSpPr/>
          <p:nvPr/>
        </p:nvSpPr>
        <p:spPr>
          <a:xfrm>
            <a:off x="5586409" y="506182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D0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4" name="Retângulo: Cantos Arredondados 353">
            <a:extLst>
              <a:ext uri="{FF2B5EF4-FFF2-40B4-BE49-F238E27FC236}">
                <a16:creationId xmlns:a16="http://schemas.microsoft.com/office/drawing/2014/main" id="{265C537F-8523-47E7-8909-BACC01E3D58D}"/>
              </a:ext>
            </a:extLst>
          </p:cNvPr>
          <p:cNvSpPr/>
          <p:nvPr/>
        </p:nvSpPr>
        <p:spPr>
          <a:xfrm>
            <a:off x="7881938" y="505269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D0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5" name="Retângulo: Cantos Arredondados 354">
            <a:extLst>
              <a:ext uri="{FF2B5EF4-FFF2-40B4-BE49-F238E27FC236}">
                <a16:creationId xmlns:a16="http://schemas.microsoft.com/office/drawing/2014/main" id="{B5E09D3D-7B8E-43BD-96CA-EE887C58699A}"/>
              </a:ext>
            </a:extLst>
          </p:cNvPr>
          <p:cNvSpPr/>
          <p:nvPr/>
        </p:nvSpPr>
        <p:spPr>
          <a:xfrm>
            <a:off x="10098041" y="51308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D0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6" name="Forma Livre: Forma 375">
            <a:extLst>
              <a:ext uri="{FF2B5EF4-FFF2-40B4-BE49-F238E27FC236}">
                <a16:creationId xmlns:a16="http://schemas.microsoft.com/office/drawing/2014/main" id="{34828E62-4C49-448C-98E3-B2CB09C74DD5}"/>
              </a:ext>
            </a:extLst>
          </p:cNvPr>
          <p:cNvSpPr>
            <a:spLocks noChangeAspect="1"/>
          </p:cNvSpPr>
          <p:nvPr/>
        </p:nvSpPr>
        <p:spPr>
          <a:xfrm>
            <a:off x="1235722" y="648007"/>
            <a:ext cx="227974" cy="227985"/>
          </a:xfrm>
          <a:custGeom>
            <a:avLst/>
            <a:gdLst>
              <a:gd name="connsiteX0" fmla="*/ 1485790 w 3257782"/>
              <a:gd name="connsiteY0" fmla="*/ 0 h 3257942"/>
              <a:gd name="connsiteX1" fmla="*/ 3036304 w 3257782"/>
              <a:gd name="connsiteY1" fmla="*/ 221636 h 3257942"/>
              <a:gd name="connsiteX2" fmla="*/ 3257783 w 3257782"/>
              <a:gd name="connsiteY2" fmla="*/ 1772306 h 3257942"/>
              <a:gd name="connsiteX3" fmla="*/ 1818009 w 3257782"/>
              <a:gd name="connsiteY3" fmla="*/ 3212080 h 3257942"/>
              <a:gd name="connsiteX4" fmla="*/ 1596530 w 3257782"/>
              <a:gd name="connsiteY4" fmla="*/ 3212080 h 3257942"/>
              <a:gd name="connsiteX5" fmla="*/ 45860 w 3257782"/>
              <a:gd name="connsiteY5" fmla="*/ 1661410 h 3257942"/>
              <a:gd name="connsiteX6" fmla="*/ 45860 w 3257782"/>
              <a:gd name="connsiteY6" fmla="*/ 1439930 h 3257942"/>
              <a:gd name="connsiteX7" fmla="*/ 1485790 w 3257782"/>
              <a:gd name="connsiteY7" fmla="*/ 0 h 3257942"/>
              <a:gd name="connsiteX8" fmla="*/ 1596530 w 3257782"/>
              <a:gd name="connsiteY8" fmla="*/ 332376 h 3257942"/>
              <a:gd name="connsiteX9" fmla="*/ 378079 w 3257782"/>
              <a:gd name="connsiteY9" fmla="*/ 1550670 h 3257942"/>
              <a:gd name="connsiteX10" fmla="*/ 1707270 w 3257782"/>
              <a:gd name="connsiteY10" fmla="*/ 2879704 h 3257942"/>
              <a:gd name="connsiteX11" fmla="*/ 2925564 w 3257782"/>
              <a:gd name="connsiteY11" fmla="*/ 1661410 h 3257942"/>
              <a:gd name="connsiteX12" fmla="*/ 2759532 w 3257782"/>
              <a:gd name="connsiteY12" fmla="*/ 498407 h 3257942"/>
              <a:gd name="connsiteX13" fmla="*/ 1596530 w 3257782"/>
              <a:gd name="connsiteY13" fmla="*/ 332376 h 3257942"/>
              <a:gd name="connsiteX14" fmla="*/ 1928593 w 3257782"/>
              <a:gd name="connsiteY14" fmla="*/ 1329191 h 3257942"/>
              <a:gd name="connsiteX15" fmla="*/ 1928671 w 3257782"/>
              <a:gd name="connsiteY15" fmla="*/ 885996 h 3257942"/>
              <a:gd name="connsiteX16" fmla="*/ 2371865 w 3257782"/>
              <a:gd name="connsiteY16" fmla="*/ 886075 h 3257942"/>
              <a:gd name="connsiteX17" fmla="*/ 2371787 w 3257782"/>
              <a:gd name="connsiteY17" fmla="*/ 1329269 h 3257942"/>
              <a:gd name="connsiteX18" fmla="*/ 1928593 w 3257782"/>
              <a:gd name="connsiteY18" fmla="*/ 1329191 h 325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57782" h="3257942">
                <a:moveTo>
                  <a:pt x="1485790" y="0"/>
                </a:moveTo>
                <a:lnTo>
                  <a:pt x="3036304" y="221636"/>
                </a:lnTo>
                <a:lnTo>
                  <a:pt x="3257783" y="1772306"/>
                </a:lnTo>
                <a:lnTo>
                  <a:pt x="1818009" y="3212080"/>
                </a:lnTo>
                <a:cubicBezTo>
                  <a:pt x="1756844" y="3273230"/>
                  <a:pt x="1657695" y="3273230"/>
                  <a:pt x="1596530" y="3212080"/>
                </a:cubicBezTo>
                <a:lnTo>
                  <a:pt x="45860" y="1661410"/>
                </a:lnTo>
                <a:cubicBezTo>
                  <a:pt x="-15287" y="1600244"/>
                  <a:pt x="-15287" y="1501096"/>
                  <a:pt x="45860" y="1439930"/>
                </a:cubicBezTo>
                <a:lnTo>
                  <a:pt x="1485790" y="0"/>
                </a:lnTo>
                <a:close/>
                <a:moveTo>
                  <a:pt x="1596530" y="332376"/>
                </a:moveTo>
                <a:lnTo>
                  <a:pt x="378079" y="1550670"/>
                </a:lnTo>
                <a:lnTo>
                  <a:pt x="1707270" y="2879704"/>
                </a:lnTo>
                <a:lnTo>
                  <a:pt x="2925564" y="1661410"/>
                </a:lnTo>
                <a:lnTo>
                  <a:pt x="2759532" y="498407"/>
                </a:lnTo>
                <a:lnTo>
                  <a:pt x="1596530" y="332376"/>
                </a:lnTo>
                <a:close/>
                <a:moveTo>
                  <a:pt x="1928593" y="1329191"/>
                </a:moveTo>
                <a:cubicBezTo>
                  <a:pt x="1806231" y="1206785"/>
                  <a:pt x="1806262" y="1008360"/>
                  <a:pt x="1928671" y="885996"/>
                </a:cubicBezTo>
                <a:cubicBezTo>
                  <a:pt x="2051080" y="763633"/>
                  <a:pt x="2249503" y="763669"/>
                  <a:pt x="2371865" y="886075"/>
                </a:cubicBezTo>
                <a:cubicBezTo>
                  <a:pt x="2494227" y="1008481"/>
                  <a:pt x="2494196" y="1206905"/>
                  <a:pt x="2371787" y="1329269"/>
                </a:cubicBezTo>
                <a:cubicBezTo>
                  <a:pt x="2249378" y="1451631"/>
                  <a:pt x="2050955" y="1451600"/>
                  <a:pt x="1928593" y="1329191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7" name="Forma Livre: Forma 376">
            <a:extLst>
              <a:ext uri="{FF2B5EF4-FFF2-40B4-BE49-F238E27FC236}">
                <a16:creationId xmlns:a16="http://schemas.microsoft.com/office/drawing/2014/main" id="{76EAFD84-9DD9-48DA-8271-49884378992F}"/>
              </a:ext>
            </a:extLst>
          </p:cNvPr>
          <p:cNvSpPr>
            <a:spLocks noChangeAspect="1"/>
          </p:cNvSpPr>
          <p:nvPr/>
        </p:nvSpPr>
        <p:spPr>
          <a:xfrm>
            <a:off x="3450431" y="633716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8" name="Forma Livre: Forma 377">
            <a:extLst>
              <a:ext uri="{FF2B5EF4-FFF2-40B4-BE49-F238E27FC236}">
                <a16:creationId xmlns:a16="http://schemas.microsoft.com/office/drawing/2014/main" id="{77BCA2AC-E5D5-469F-8886-9728440CB113}"/>
              </a:ext>
            </a:extLst>
          </p:cNvPr>
          <p:cNvSpPr>
            <a:spLocks noChangeAspect="1"/>
          </p:cNvSpPr>
          <p:nvPr/>
        </p:nvSpPr>
        <p:spPr>
          <a:xfrm>
            <a:off x="5693174" y="633717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79" name="Forma Livre: Forma 378">
            <a:extLst>
              <a:ext uri="{FF2B5EF4-FFF2-40B4-BE49-F238E27FC236}">
                <a16:creationId xmlns:a16="http://schemas.microsoft.com/office/drawing/2014/main" id="{09B43A32-645A-49CB-B11A-0C056784EE4D}"/>
              </a:ext>
            </a:extLst>
          </p:cNvPr>
          <p:cNvSpPr>
            <a:spLocks noChangeAspect="1"/>
          </p:cNvSpPr>
          <p:nvPr/>
        </p:nvSpPr>
        <p:spPr>
          <a:xfrm flipH="1">
            <a:off x="7979798" y="633716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80" name="Forma Livre: Forma 379">
            <a:extLst>
              <a:ext uri="{FF2B5EF4-FFF2-40B4-BE49-F238E27FC236}">
                <a16:creationId xmlns:a16="http://schemas.microsoft.com/office/drawing/2014/main" id="{DF7B68BE-60C5-4DCF-969F-FAAEBB4EA387}"/>
              </a:ext>
            </a:extLst>
          </p:cNvPr>
          <p:cNvSpPr>
            <a:spLocks noChangeAspect="1"/>
          </p:cNvSpPr>
          <p:nvPr/>
        </p:nvSpPr>
        <p:spPr>
          <a:xfrm>
            <a:off x="10159775" y="633716"/>
            <a:ext cx="352783" cy="256569"/>
          </a:xfrm>
          <a:custGeom>
            <a:avLst/>
            <a:gdLst>
              <a:gd name="connsiteX0" fmla="*/ 1722967 w 3445933"/>
              <a:gd name="connsiteY0" fmla="*/ 0 h 2506133"/>
              <a:gd name="connsiteX1" fmla="*/ 3445933 w 3445933"/>
              <a:gd name="connsiteY1" fmla="*/ 939800 h 2506133"/>
              <a:gd name="connsiteX2" fmla="*/ 3445933 w 3445933"/>
              <a:gd name="connsiteY2" fmla="*/ 1566333 h 2506133"/>
              <a:gd name="connsiteX3" fmla="*/ 1722967 w 3445933"/>
              <a:gd name="connsiteY3" fmla="*/ 2506133 h 2506133"/>
              <a:gd name="connsiteX4" fmla="*/ 783 w 3445933"/>
              <a:gd name="connsiteY4" fmla="*/ 1594058 h 2506133"/>
              <a:gd name="connsiteX5" fmla="*/ 0 w 3445933"/>
              <a:gd name="connsiteY5" fmla="*/ 1566333 h 2506133"/>
              <a:gd name="connsiteX6" fmla="*/ 0 w 3445933"/>
              <a:gd name="connsiteY6" fmla="*/ 939800 h 2506133"/>
              <a:gd name="connsiteX7" fmla="*/ 1722967 w 3445933"/>
              <a:gd name="connsiteY7" fmla="*/ 0 h 2506133"/>
              <a:gd name="connsiteX8" fmla="*/ 1722967 w 3445933"/>
              <a:gd name="connsiteY8" fmla="*/ 1879600 h 2506133"/>
              <a:gd name="connsiteX9" fmla="*/ 313267 w 3445933"/>
              <a:gd name="connsiteY9" fmla="*/ 1480185 h 2506133"/>
              <a:gd name="connsiteX10" fmla="*/ 313267 w 3445933"/>
              <a:gd name="connsiteY10" fmla="*/ 1566333 h 2506133"/>
              <a:gd name="connsiteX11" fmla="*/ 1722967 w 3445933"/>
              <a:gd name="connsiteY11" fmla="*/ 2192867 h 2506133"/>
              <a:gd name="connsiteX12" fmla="*/ 3131884 w 3445933"/>
              <a:gd name="connsiteY12" fmla="*/ 1584816 h 2506133"/>
              <a:gd name="connsiteX13" fmla="*/ 3132667 w 3445933"/>
              <a:gd name="connsiteY13" fmla="*/ 1566333 h 2506133"/>
              <a:gd name="connsiteX14" fmla="*/ 3132823 w 3445933"/>
              <a:gd name="connsiteY14" fmla="*/ 1480185 h 2506133"/>
              <a:gd name="connsiteX15" fmla="*/ 1722967 w 3445933"/>
              <a:gd name="connsiteY15" fmla="*/ 1879600 h 2506133"/>
              <a:gd name="connsiteX16" fmla="*/ 1722967 w 3445933"/>
              <a:gd name="connsiteY16" fmla="*/ 313267 h 2506133"/>
              <a:gd name="connsiteX17" fmla="*/ 313267 w 3445933"/>
              <a:gd name="connsiteY17" fmla="*/ 939800 h 2506133"/>
              <a:gd name="connsiteX18" fmla="*/ 1722967 w 3445933"/>
              <a:gd name="connsiteY18" fmla="*/ 1566333 h 2506133"/>
              <a:gd name="connsiteX19" fmla="*/ 3132667 w 3445933"/>
              <a:gd name="connsiteY19" fmla="*/ 939800 h 2506133"/>
              <a:gd name="connsiteX20" fmla="*/ 1722967 w 3445933"/>
              <a:gd name="connsiteY20" fmla="*/ 313267 h 250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5933" h="2506133">
                <a:moveTo>
                  <a:pt x="1722967" y="0"/>
                </a:moveTo>
                <a:cubicBezTo>
                  <a:pt x="2674514" y="0"/>
                  <a:pt x="3445933" y="420717"/>
                  <a:pt x="3445933" y="939800"/>
                </a:cubicBezTo>
                <a:lnTo>
                  <a:pt x="3445933" y="1566333"/>
                </a:lnTo>
                <a:cubicBezTo>
                  <a:pt x="3445933" y="2085416"/>
                  <a:pt x="2674514" y="2506133"/>
                  <a:pt x="1722967" y="2506133"/>
                </a:cubicBezTo>
                <a:cubicBezTo>
                  <a:pt x="788336" y="2506133"/>
                  <a:pt x="27567" y="2100297"/>
                  <a:pt x="783" y="1594058"/>
                </a:cubicBezTo>
                <a:lnTo>
                  <a:pt x="0" y="1566333"/>
                </a:lnTo>
                <a:lnTo>
                  <a:pt x="0" y="939800"/>
                </a:lnTo>
                <a:cubicBezTo>
                  <a:pt x="0" y="420717"/>
                  <a:pt x="771419" y="0"/>
                  <a:pt x="1722967" y="0"/>
                </a:cubicBezTo>
                <a:close/>
                <a:moveTo>
                  <a:pt x="1722967" y="1879600"/>
                </a:moveTo>
                <a:cubicBezTo>
                  <a:pt x="1140291" y="1879600"/>
                  <a:pt x="624967" y="1721870"/>
                  <a:pt x="313267" y="1480185"/>
                </a:cubicBezTo>
                <a:lnTo>
                  <a:pt x="313267" y="1566333"/>
                </a:lnTo>
                <a:cubicBezTo>
                  <a:pt x="313267" y="1861117"/>
                  <a:pt x="921474" y="2192867"/>
                  <a:pt x="1722967" y="2192867"/>
                </a:cubicBezTo>
                <a:cubicBezTo>
                  <a:pt x="2507700" y="2192867"/>
                  <a:pt x="3107292" y="1874901"/>
                  <a:pt x="3131884" y="1584816"/>
                </a:cubicBezTo>
                <a:lnTo>
                  <a:pt x="3132667" y="1566333"/>
                </a:lnTo>
                <a:lnTo>
                  <a:pt x="3132823" y="1480185"/>
                </a:lnTo>
                <a:cubicBezTo>
                  <a:pt x="2821123" y="1721714"/>
                  <a:pt x="2305799" y="1879600"/>
                  <a:pt x="1722967" y="1879600"/>
                </a:cubicBezTo>
                <a:close/>
                <a:moveTo>
                  <a:pt x="1722967" y="313267"/>
                </a:moveTo>
                <a:cubicBezTo>
                  <a:pt x="921474" y="313267"/>
                  <a:pt x="313267" y="645016"/>
                  <a:pt x="313267" y="939800"/>
                </a:cubicBezTo>
                <a:cubicBezTo>
                  <a:pt x="313267" y="1234584"/>
                  <a:pt x="921474" y="1566333"/>
                  <a:pt x="1722967" y="1566333"/>
                </a:cubicBezTo>
                <a:cubicBezTo>
                  <a:pt x="2524460" y="1566333"/>
                  <a:pt x="3132667" y="1234584"/>
                  <a:pt x="3132667" y="939800"/>
                </a:cubicBezTo>
                <a:cubicBezTo>
                  <a:pt x="3132667" y="645016"/>
                  <a:pt x="2524460" y="313267"/>
                  <a:pt x="1722967" y="313267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CA000ADE-AF25-46D1-9E3B-FB1E1B446A75}"/>
              </a:ext>
            </a:extLst>
          </p:cNvPr>
          <p:cNvSpPr>
            <a:spLocks noChangeAspect="1"/>
          </p:cNvSpPr>
          <p:nvPr/>
        </p:nvSpPr>
        <p:spPr>
          <a:xfrm>
            <a:off x="239957" y="974237"/>
            <a:ext cx="272561" cy="242276"/>
          </a:xfrm>
          <a:custGeom>
            <a:avLst/>
            <a:gdLst>
              <a:gd name="connsiteX0" fmla="*/ 0 w 3179445"/>
              <a:gd name="connsiteY0" fmla="*/ 0 h 2826173"/>
              <a:gd name="connsiteX1" fmla="*/ 3179445 w 3179445"/>
              <a:gd name="connsiteY1" fmla="*/ 0 h 2826173"/>
              <a:gd name="connsiteX2" fmla="*/ 3179445 w 3179445"/>
              <a:gd name="connsiteY2" fmla="*/ 353272 h 2826173"/>
              <a:gd name="connsiteX3" fmla="*/ 0 w 3179445"/>
              <a:gd name="connsiteY3" fmla="*/ 353272 h 2826173"/>
              <a:gd name="connsiteX4" fmla="*/ 0 w 3179445"/>
              <a:gd name="connsiteY4" fmla="*/ 0 h 2826173"/>
              <a:gd name="connsiteX5" fmla="*/ 0 w 3179445"/>
              <a:gd name="connsiteY5" fmla="*/ 1236451 h 2826173"/>
              <a:gd name="connsiteX6" fmla="*/ 3179445 w 3179445"/>
              <a:gd name="connsiteY6" fmla="*/ 1236451 h 2826173"/>
              <a:gd name="connsiteX7" fmla="*/ 3179445 w 3179445"/>
              <a:gd name="connsiteY7" fmla="*/ 1589723 h 2826173"/>
              <a:gd name="connsiteX8" fmla="*/ 0 w 3179445"/>
              <a:gd name="connsiteY8" fmla="*/ 1589723 h 2826173"/>
              <a:gd name="connsiteX9" fmla="*/ 0 w 3179445"/>
              <a:gd name="connsiteY9" fmla="*/ 1236451 h 2826173"/>
              <a:gd name="connsiteX10" fmla="*/ 0 w 3179445"/>
              <a:gd name="connsiteY10" fmla="*/ 2472902 h 2826173"/>
              <a:gd name="connsiteX11" fmla="*/ 3179445 w 3179445"/>
              <a:gd name="connsiteY11" fmla="*/ 2472902 h 2826173"/>
              <a:gd name="connsiteX12" fmla="*/ 3179445 w 3179445"/>
              <a:gd name="connsiteY12" fmla="*/ 2826173 h 2826173"/>
              <a:gd name="connsiteX13" fmla="*/ 0 w 3179445"/>
              <a:gd name="connsiteY13" fmla="*/ 2826173 h 2826173"/>
              <a:gd name="connsiteX14" fmla="*/ 0 w 3179445"/>
              <a:gd name="connsiteY14" fmla="*/ 2472902 h 28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79445" h="2826173">
                <a:moveTo>
                  <a:pt x="0" y="0"/>
                </a:moveTo>
                <a:lnTo>
                  <a:pt x="3179445" y="0"/>
                </a:lnTo>
                <a:lnTo>
                  <a:pt x="3179445" y="353272"/>
                </a:lnTo>
                <a:lnTo>
                  <a:pt x="0" y="353272"/>
                </a:lnTo>
                <a:lnTo>
                  <a:pt x="0" y="0"/>
                </a:lnTo>
                <a:close/>
                <a:moveTo>
                  <a:pt x="0" y="1236451"/>
                </a:moveTo>
                <a:lnTo>
                  <a:pt x="3179445" y="1236451"/>
                </a:lnTo>
                <a:lnTo>
                  <a:pt x="3179445" y="1589723"/>
                </a:lnTo>
                <a:lnTo>
                  <a:pt x="0" y="1589723"/>
                </a:lnTo>
                <a:lnTo>
                  <a:pt x="0" y="1236451"/>
                </a:lnTo>
                <a:close/>
                <a:moveTo>
                  <a:pt x="0" y="2472902"/>
                </a:moveTo>
                <a:lnTo>
                  <a:pt x="3179445" y="2472902"/>
                </a:lnTo>
                <a:lnTo>
                  <a:pt x="3179445" y="2826173"/>
                </a:lnTo>
                <a:lnTo>
                  <a:pt x="0" y="2826173"/>
                </a:lnTo>
                <a:lnTo>
                  <a:pt x="0" y="2472902"/>
                </a:lnTo>
                <a:close/>
              </a:path>
            </a:pathLst>
          </a:custGeom>
          <a:solidFill>
            <a:srgbClr val="0065AA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E2EED431-8034-408C-B2F6-CE21988F7481}"/>
              </a:ext>
            </a:extLst>
          </p:cNvPr>
          <p:cNvSpPr>
            <a:spLocks noChangeAspect="1"/>
          </p:cNvSpPr>
          <p:nvPr/>
        </p:nvSpPr>
        <p:spPr>
          <a:xfrm>
            <a:off x="236352" y="2961027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0065AA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157542D4-AC6A-4F9B-B1EC-411D936EE1D2}"/>
              </a:ext>
            </a:extLst>
          </p:cNvPr>
          <p:cNvSpPr>
            <a:spLocks noChangeAspect="1"/>
          </p:cNvSpPr>
          <p:nvPr/>
        </p:nvSpPr>
        <p:spPr>
          <a:xfrm>
            <a:off x="241639" y="6294777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A5B4C8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30A028C-75EA-40DB-95A1-B28E03E34B57}"/>
              </a:ext>
            </a:extLst>
          </p:cNvPr>
          <p:cNvSpPr/>
          <p:nvPr/>
        </p:nvSpPr>
        <p:spPr>
          <a:xfrm>
            <a:off x="240600" y="2307737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A5B4C8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352690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1">
            <a:extLst>
              <a:ext uri="{FF2B5EF4-FFF2-40B4-BE49-F238E27FC236}">
                <a16:creationId xmlns:a16="http://schemas.microsoft.com/office/drawing/2014/main" id="{8F40B1ED-FDE2-4EA5-AC0A-44456C9E3D7C}"/>
              </a:ext>
            </a:extLst>
          </p:cNvPr>
          <p:cNvSpPr/>
          <p:nvPr/>
        </p:nvSpPr>
        <p:spPr>
          <a:xfrm>
            <a:off x="0" y="2306234"/>
            <a:ext cx="12192000" cy="4551766"/>
          </a:xfrm>
          <a:prstGeom prst="rect">
            <a:avLst/>
          </a:prstGeom>
          <a:solidFill>
            <a:srgbClr val="FFC8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0361A8-3654-4D9F-9DD3-94366E7068A2}"/>
              </a:ext>
            </a:extLst>
          </p:cNvPr>
          <p:cNvSpPr/>
          <p:nvPr/>
        </p:nvSpPr>
        <p:spPr>
          <a:xfrm>
            <a:off x="0" y="-1"/>
            <a:ext cx="12192000" cy="2307737"/>
          </a:xfrm>
          <a:prstGeom prst="rect">
            <a:avLst/>
          </a:prstGeom>
          <a:solidFill>
            <a:srgbClr val="1A77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938212" y="190500"/>
            <a:ext cx="11058525" cy="1143000"/>
          </a:xfrm>
          <a:prstGeom prst="roundRect">
            <a:avLst>
              <a:gd name="adj" fmla="val 833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0" y="0"/>
            <a:ext cx="752473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D6B42162-E1AD-471E-8E50-3F8285B58B0D}"/>
              </a:ext>
            </a:extLst>
          </p:cNvPr>
          <p:cNvSpPr/>
          <p:nvPr/>
        </p:nvSpPr>
        <p:spPr>
          <a:xfrm>
            <a:off x="923927" y="1541319"/>
            <a:ext cx="7336401" cy="2441864"/>
          </a:xfrm>
          <a:prstGeom prst="roundRect">
            <a:avLst>
              <a:gd name="adj" fmla="val 115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FA9AA816-9B55-46FB-AC4D-0AF86D080E57}"/>
              </a:ext>
            </a:extLst>
          </p:cNvPr>
          <p:cNvSpPr/>
          <p:nvPr/>
        </p:nvSpPr>
        <p:spPr>
          <a:xfrm>
            <a:off x="8448675" y="1541319"/>
            <a:ext cx="3548062" cy="5126181"/>
          </a:xfrm>
          <a:prstGeom prst="roundRect">
            <a:avLst>
              <a:gd name="adj" fmla="val 79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8" name="Retângulo: Cantos Arredondados 187">
            <a:extLst>
              <a:ext uri="{FF2B5EF4-FFF2-40B4-BE49-F238E27FC236}">
                <a16:creationId xmlns:a16="http://schemas.microsoft.com/office/drawing/2014/main" id="{EADE9458-B046-4A13-9F3F-D4220062DFCB}"/>
              </a:ext>
            </a:extLst>
          </p:cNvPr>
          <p:cNvSpPr/>
          <p:nvPr/>
        </p:nvSpPr>
        <p:spPr>
          <a:xfrm>
            <a:off x="923927" y="4199660"/>
            <a:ext cx="7350687" cy="2459182"/>
          </a:xfrm>
          <a:prstGeom prst="roundRect">
            <a:avLst>
              <a:gd name="adj" fmla="val 1826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1" name="Retângulo: Cantos Arredondados 350">
            <a:extLst>
              <a:ext uri="{FF2B5EF4-FFF2-40B4-BE49-F238E27FC236}">
                <a16:creationId xmlns:a16="http://schemas.microsoft.com/office/drawing/2014/main" id="{75900B9C-0F8F-44A0-BB19-19E672AC24FD}"/>
              </a:ext>
            </a:extLst>
          </p:cNvPr>
          <p:cNvSpPr/>
          <p:nvPr/>
        </p:nvSpPr>
        <p:spPr>
          <a:xfrm>
            <a:off x="1114425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C876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2" name="Retângulo: Cantos Arredondados 351">
            <a:extLst>
              <a:ext uri="{FF2B5EF4-FFF2-40B4-BE49-F238E27FC236}">
                <a16:creationId xmlns:a16="http://schemas.microsoft.com/office/drawing/2014/main" id="{936078B8-7B46-45FA-90E9-2BD9FE2A015D}"/>
              </a:ext>
            </a:extLst>
          </p:cNvPr>
          <p:cNvSpPr/>
          <p:nvPr/>
        </p:nvSpPr>
        <p:spPr>
          <a:xfrm>
            <a:off x="3338513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C87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3" name="Retângulo: Cantos Arredondados 352">
            <a:extLst>
              <a:ext uri="{FF2B5EF4-FFF2-40B4-BE49-F238E27FC236}">
                <a16:creationId xmlns:a16="http://schemas.microsoft.com/office/drawing/2014/main" id="{4A007D25-0939-4D29-960F-3DD91EA83397}"/>
              </a:ext>
            </a:extLst>
          </p:cNvPr>
          <p:cNvSpPr/>
          <p:nvPr/>
        </p:nvSpPr>
        <p:spPr>
          <a:xfrm>
            <a:off x="5586409" y="506182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C87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4" name="Retângulo: Cantos Arredondados 353">
            <a:extLst>
              <a:ext uri="{FF2B5EF4-FFF2-40B4-BE49-F238E27FC236}">
                <a16:creationId xmlns:a16="http://schemas.microsoft.com/office/drawing/2014/main" id="{265C537F-8523-47E7-8909-BACC01E3D58D}"/>
              </a:ext>
            </a:extLst>
          </p:cNvPr>
          <p:cNvSpPr/>
          <p:nvPr/>
        </p:nvSpPr>
        <p:spPr>
          <a:xfrm>
            <a:off x="7881938" y="505269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C87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5" name="Retângulo: Cantos Arredondados 354">
            <a:extLst>
              <a:ext uri="{FF2B5EF4-FFF2-40B4-BE49-F238E27FC236}">
                <a16:creationId xmlns:a16="http://schemas.microsoft.com/office/drawing/2014/main" id="{B5E09D3D-7B8E-43BD-96CA-EE887C58699A}"/>
              </a:ext>
            </a:extLst>
          </p:cNvPr>
          <p:cNvSpPr/>
          <p:nvPr/>
        </p:nvSpPr>
        <p:spPr>
          <a:xfrm>
            <a:off x="10098041" y="51308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C87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6" name="Forma Livre: Forma 375">
            <a:extLst>
              <a:ext uri="{FF2B5EF4-FFF2-40B4-BE49-F238E27FC236}">
                <a16:creationId xmlns:a16="http://schemas.microsoft.com/office/drawing/2014/main" id="{34828E62-4C49-448C-98E3-B2CB09C74DD5}"/>
              </a:ext>
            </a:extLst>
          </p:cNvPr>
          <p:cNvSpPr>
            <a:spLocks noChangeAspect="1"/>
          </p:cNvSpPr>
          <p:nvPr/>
        </p:nvSpPr>
        <p:spPr>
          <a:xfrm>
            <a:off x="1235722" y="648007"/>
            <a:ext cx="227974" cy="227985"/>
          </a:xfrm>
          <a:custGeom>
            <a:avLst/>
            <a:gdLst>
              <a:gd name="connsiteX0" fmla="*/ 1485790 w 3257782"/>
              <a:gd name="connsiteY0" fmla="*/ 0 h 3257942"/>
              <a:gd name="connsiteX1" fmla="*/ 3036304 w 3257782"/>
              <a:gd name="connsiteY1" fmla="*/ 221636 h 3257942"/>
              <a:gd name="connsiteX2" fmla="*/ 3257783 w 3257782"/>
              <a:gd name="connsiteY2" fmla="*/ 1772306 h 3257942"/>
              <a:gd name="connsiteX3" fmla="*/ 1818009 w 3257782"/>
              <a:gd name="connsiteY3" fmla="*/ 3212080 h 3257942"/>
              <a:gd name="connsiteX4" fmla="*/ 1596530 w 3257782"/>
              <a:gd name="connsiteY4" fmla="*/ 3212080 h 3257942"/>
              <a:gd name="connsiteX5" fmla="*/ 45860 w 3257782"/>
              <a:gd name="connsiteY5" fmla="*/ 1661410 h 3257942"/>
              <a:gd name="connsiteX6" fmla="*/ 45860 w 3257782"/>
              <a:gd name="connsiteY6" fmla="*/ 1439930 h 3257942"/>
              <a:gd name="connsiteX7" fmla="*/ 1485790 w 3257782"/>
              <a:gd name="connsiteY7" fmla="*/ 0 h 3257942"/>
              <a:gd name="connsiteX8" fmla="*/ 1596530 w 3257782"/>
              <a:gd name="connsiteY8" fmla="*/ 332376 h 3257942"/>
              <a:gd name="connsiteX9" fmla="*/ 378079 w 3257782"/>
              <a:gd name="connsiteY9" fmla="*/ 1550670 h 3257942"/>
              <a:gd name="connsiteX10" fmla="*/ 1707270 w 3257782"/>
              <a:gd name="connsiteY10" fmla="*/ 2879704 h 3257942"/>
              <a:gd name="connsiteX11" fmla="*/ 2925564 w 3257782"/>
              <a:gd name="connsiteY11" fmla="*/ 1661410 h 3257942"/>
              <a:gd name="connsiteX12" fmla="*/ 2759532 w 3257782"/>
              <a:gd name="connsiteY12" fmla="*/ 498407 h 3257942"/>
              <a:gd name="connsiteX13" fmla="*/ 1596530 w 3257782"/>
              <a:gd name="connsiteY13" fmla="*/ 332376 h 3257942"/>
              <a:gd name="connsiteX14" fmla="*/ 1928593 w 3257782"/>
              <a:gd name="connsiteY14" fmla="*/ 1329191 h 3257942"/>
              <a:gd name="connsiteX15" fmla="*/ 1928671 w 3257782"/>
              <a:gd name="connsiteY15" fmla="*/ 885996 h 3257942"/>
              <a:gd name="connsiteX16" fmla="*/ 2371865 w 3257782"/>
              <a:gd name="connsiteY16" fmla="*/ 886075 h 3257942"/>
              <a:gd name="connsiteX17" fmla="*/ 2371787 w 3257782"/>
              <a:gd name="connsiteY17" fmla="*/ 1329269 h 3257942"/>
              <a:gd name="connsiteX18" fmla="*/ 1928593 w 3257782"/>
              <a:gd name="connsiteY18" fmla="*/ 1329191 h 325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57782" h="3257942">
                <a:moveTo>
                  <a:pt x="1485790" y="0"/>
                </a:moveTo>
                <a:lnTo>
                  <a:pt x="3036304" y="221636"/>
                </a:lnTo>
                <a:lnTo>
                  <a:pt x="3257783" y="1772306"/>
                </a:lnTo>
                <a:lnTo>
                  <a:pt x="1818009" y="3212080"/>
                </a:lnTo>
                <a:cubicBezTo>
                  <a:pt x="1756844" y="3273230"/>
                  <a:pt x="1657695" y="3273230"/>
                  <a:pt x="1596530" y="3212080"/>
                </a:cubicBezTo>
                <a:lnTo>
                  <a:pt x="45860" y="1661410"/>
                </a:lnTo>
                <a:cubicBezTo>
                  <a:pt x="-15287" y="1600244"/>
                  <a:pt x="-15287" y="1501096"/>
                  <a:pt x="45860" y="1439930"/>
                </a:cubicBezTo>
                <a:lnTo>
                  <a:pt x="1485790" y="0"/>
                </a:lnTo>
                <a:close/>
                <a:moveTo>
                  <a:pt x="1596530" y="332376"/>
                </a:moveTo>
                <a:lnTo>
                  <a:pt x="378079" y="1550670"/>
                </a:lnTo>
                <a:lnTo>
                  <a:pt x="1707270" y="2879704"/>
                </a:lnTo>
                <a:lnTo>
                  <a:pt x="2925564" y="1661410"/>
                </a:lnTo>
                <a:lnTo>
                  <a:pt x="2759532" y="498407"/>
                </a:lnTo>
                <a:lnTo>
                  <a:pt x="1596530" y="332376"/>
                </a:lnTo>
                <a:close/>
                <a:moveTo>
                  <a:pt x="1928593" y="1329191"/>
                </a:moveTo>
                <a:cubicBezTo>
                  <a:pt x="1806231" y="1206785"/>
                  <a:pt x="1806262" y="1008360"/>
                  <a:pt x="1928671" y="885996"/>
                </a:cubicBezTo>
                <a:cubicBezTo>
                  <a:pt x="2051080" y="763633"/>
                  <a:pt x="2249503" y="763669"/>
                  <a:pt x="2371865" y="886075"/>
                </a:cubicBezTo>
                <a:cubicBezTo>
                  <a:pt x="2494227" y="1008481"/>
                  <a:pt x="2494196" y="1206905"/>
                  <a:pt x="2371787" y="1329269"/>
                </a:cubicBezTo>
                <a:cubicBezTo>
                  <a:pt x="2249378" y="1451631"/>
                  <a:pt x="2050955" y="1451600"/>
                  <a:pt x="1928593" y="1329191"/>
                </a:cubicBezTo>
                <a:close/>
              </a:path>
            </a:pathLst>
          </a:custGeom>
          <a:solidFill>
            <a:srgbClr val="162B3F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7" name="Forma Livre: Forma 376">
            <a:extLst>
              <a:ext uri="{FF2B5EF4-FFF2-40B4-BE49-F238E27FC236}">
                <a16:creationId xmlns:a16="http://schemas.microsoft.com/office/drawing/2014/main" id="{76EAFD84-9DD9-48DA-8271-49884378992F}"/>
              </a:ext>
            </a:extLst>
          </p:cNvPr>
          <p:cNvSpPr>
            <a:spLocks noChangeAspect="1"/>
          </p:cNvSpPr>
          <p:nvPr/>
        </p:nvSpPr>
        <p:spPr>
          <a:xfrm>
            <a:off x="3450431" y="633716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162B3F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8" name="Forma Livre: Forma 377">
            <a:extLst>
              <a:ext uri="{FF2B5EF4-FFF2-40B4-BE49-F238E27FC236}">
                <a16:creationId xmlns:a16="http://schemas.microsoft.com/office/drawing/2014/main" id="{77BCA2AC-E5D5-469F-8886-9728440CB113}"/>
              </a:ext>
            </a:extLst>
          </p:cNvPr>
          <p:cNvSpPr>
            <a:spLocks noChangeAspect="1"/>
          </p:cNvSpPr>
          <p:nvPr/>
        </p:nvSpPr>
        <p:spPr>
          <a:xfrm>
            <a:off x="5693174" y="633717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162B3F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79" name="Forma Livre: Forma 378">
            <a:extLst>
              <a:ext uri="{FF2B5EF4-FFF2-40B4-BE49-F238E27FC236}">
                <a16:creationId xmlns:a16="http://schemas.microsoft.com/office/drawing/2014/main" id="{09B43A32-645A-49CB-B11A-0C056784EE4D}"/>
              </a:ext>
            </a:extLst>
          </p:cNvPr>
          <p:cNvSpPr>
            <a:spLocks noChangeAspect="1"/>
          </p:cNvSpPr>
          <p:nvPr/>
        </p:nvSpPr>
        <p:spPr>
          <a:xfrm flipH="1">
            <a:off x="7979798" y="633716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162B3F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80" name="Forma Livre: Forma 379">
            <a:extLst>
              <a:ext uri="{FF2B5EF4-FFF2-40B4-BE49-F238E27FC236}">
                <a16:creationId xmlns:a16="http://schemas.microsoft.com/office/drawing/2014/main" id="{DF7B68BE-60C5-4DCF-969F-FAAEBB4EA387}"/>
              </a:ext>
            </a:extLst>
          </p:cNvPr>
          <p:cNvSpPr>
            <a:spLocks noChangeAspect="1"/>
          </p:cNvSpPr>
          <p:nvPr/>
        </p:nvSpPr>
        <p:spPr>
          <a:xfrm>
            <a:off x="10159775" y="633716"/>
            <a:ext cx="352783" cy="256569"/>
          </a:xfrm>
          <a:custGeom>
            <a:avLst/>
            <a:gdLst>
              <a:gd name="connsiteX0" fmla="*/ 1722967 w 3445933"/>
              <a:gd name="connsiteY0" fmla="*/ 0 h 2506133"/>
              <a:gd name="connsiteX1" fmla="*/ 3445933 w 3445933"/>
              <a:gd name="connsiteY1" fmla="*/ 939800 h 2506133"/>
              <a:gd name="connsiteX2" fmla="*/ 3445933 w 3445933"/>
              <a:gd name="connsiteY2" fmla="*/ 1566333 h 2506133"/>
              <a:gd name="connsiteX3" fmla="*/ 1722967 w 3445933"/>
              <a:gd name="connsiteY3" fmla="*/ 2506133 h 2506133"/>
              <a:gd name="connsiteX4" fmla="*/ 783 w 3445933"/>
              <a:gd name="connsiteY4" fmla="*/ 1594058 h 2506133"/>
              <a:gd name="connsiteX5" fmla="*/ 0 w 3445933"/>
              <a:gd name="connsiteY5" fmla="*/ 1566333 h 2506133"/>
              <a:gd name="connsiteX6" fmla="*/ 0 w 3445933"/>
              <a:gd name="connsiteY6" fmla="*/ 939800 h 2506133"/>
              <a:gd name="connsiteX7" fmla="*/ 1722967 w 3445933"/>
              <a:gd name="connsiteY7" fmla="*/ 0 h 2506133"/>
              <a:gd name="connsiteX8" fmla="*/ 1722967 w 3445933"/>
              <a:gd name="connsiteY8" fmla="*/ 1879600 h 2506133"/>
              <a:gd name="connsiteX9" fmla="*/ 313267 w 3445933"/>
              <a:gd name="connsiteY9" fmla="*/ 1480185 h 2506133"/>
              <a:gd name="connsiteX10" fmla="*/ 313267 w 3445933"/>
              <a:gd name="connsiteY10" fmla="*/ 1566333 h 2506133"/>
              <a:gd name="connsiteX11" fmla="*/ 1722967 w 3445933"/>
              <a:gd name="connsiteY11" fmla="*/ 2192867 h 2506133"/>
              <a:gd name="connsiteX12" fmla="*/ 3131884 w 3445933"/>
              <a:gd name="connsiteY12" fmla="*/ 1584816 h 2506133"/>
              <a:gd name="connsiteX13" fmla="*/ 3132667 w 3445933"/>
              <a:gd name="connsiteY13" fmla="*/ 1566333 h 2506133"/>
              <a:gd name="connsiteX14" fmla="*/ 3132823 w 3445933"/>
              <a:gd name="connsiteY14" fmla="*/ 1480185 h 2506133"/>
              <a:gd name="connsiteX15" fmla="*/ 1722967 w 3445933"/>
              <a:gd name="connsiteY15" fmla="*/ 1879600 h 2506133"/>
              <a:gd name="connsiteX16" fmla="*/ 1722967 w 3445933"/>
              <a:gd name="connsiteY16" fmla="*/ 313267 h 2506133"/>
              <a:gd name="connsiteX17" fmla="*/ 313267 w 3445933"/>
              <a:gd name="connsiteY17" fmla="*/ 939800 h 2506133"/>
              <a:gd name="connsiteX18" fmla="*/ 1722967 w 3445933"/>
              <a:gd name="connsiteY18" fmla="*/ 1566333 h 2506133"/>
              <a:gd name="connsiteX19" fmla="*/ 3132667 w 3445933"/>
              <a:gd name="connsiteY19" fmla="*/ 939800 h 2506133"/>
              <a:gd name="connsiteX20" fmla="*/ 1722967 w 3445933"/>
              <a:gd name="connsiteY20" fmla="*/ 313267 h 250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5933" h="2506133">
                <a:moveTo>
                  <a:pt x="1722967" y="0"/>
                </a:moveTo>
                <a:cubicBezTo>
                  <a:pt x="2674514" y="0"/>
                  <a:pt x="3445933" y="420717"/>
                  <a:pt x="3445933" y="939800"/>
                </a:cubicBezTo>
                <a:lnTo>
                  <a:pt x="3445933" y="1566333"/>
                </a:lnTo>
                <a:cubicBezTo>
                  <a:pt x="3445933" y="2085416"/>
                  <a:pt x="2674514" y="2506133"/>
                  <a:pt x="1722967" y="2506133"/>
                </a:cubicBezTo>
                <a:cubicBezTo>
                  <a:pt x="788336" y="2506133"/>
                  <a:pt x="27567" y="2100297"/>
                  <a:pt x="783" y="1594058"/>
                </a:cubicBezTo>
                <a:lnTo>
                  <a:pt x="0" y="1566333"/>
                </a:lnTo>
                <a:lnTo>
                  <a:pt x="0" y="939800"/>
                </a:lnTo>
                <a:cubicBezTo>
                  <a:pt x="0" y="420717"/>
                  <a:pt x="771419" y="0"/>
                  <a:pt x="1722967" y="0"/>
                </a:cubicBezTo>
                <a:close/>
                <a:moveTo>
                  <a:pt x="1722967" y="1879600"/>
                </a:moveTo>
                <a:cubicBezTo>
                  <a:pt x="1140291" y="1879600"/>
                  <a:pt x="624967" y="1721870"/>
                  <a:pt x="313267" y="1480185"/>
                </a:cubicBezTo>
                <a:lnTo>
                  <a:pt x="313267" y="1566333"/>
                </a:lnTo>
                <a:cubicBezTo>
                  <a:pt x="313267" y="1861117"/>
                  <a:pt x="921474" y="2192867"/>
                  <a:pt x="1722967" y="2192867"/>
                </a:cubicBezTo>
                <a:cubicBezTo>
                  <a:pt x="2507700" y="2192867"/>
                  <a:pt x="3107292" y="1874901"/>
                  <a:pt x="3131884" y="1584816"/>
                </a:cubicBezTo>
                <a:lnTo>
                  <a:pt x="3132667" y="1566333"/>
                </a:lnTo>
                <a:lnTo>
                  <a:pt x="3132823" y="1480185"/>
                </a:lnTo>
                <a:cubicBezTo>
                  <a:pt x="2821123" y="1721714"/>
                  <a:pt x="2305799" y="1879600"/>
                  <a:pt x="1722967" y="1879600"/>
                </a:cubicBezTo>
                <a:close/>
                <a:moveTo>
                  <a:pt x="1722967" y="313267"/>
                </a:moveTo>
                <a:cubicBezTo>
                  <a:pt x="921474" y="313267"/>
                  <a:pt x="313267" y="645016"/>
                  <a:pt x="313267" y="939800"/>
                </a:cubicBezTo>
                <a:cubicBezTo>
                  <a:pt x="313267" y="1234584"/>
                  <a:pt x="921474" y="1566333"/>
                  <a:pt x="1722967" y="1566333"/>
                </a:cubicBezTo>
                <a:cubicBezTo>
                  <a:pt x="2524460" y="1566333"/>
                  <a:pt x="3132667" y="1234584"/>
                  <a:pt x="3132667" y="939800"/>
                </a:cubicBezTo>
                <a:cubicBezTo>
                  <a:pt x="3132667" y="645016"/>
                  <a:pt x="2524460" y="313267"/>
                  <a:pt x="1722967" y="313267"/>
                </a:cubicBezTo>
                <a:close/>
              </a:path>
            </a:pathLst>
          </a:custGeom>
          <a:solidFill>
            <a:srgbClr val="162B3F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CA000ADE-AF25-46D1-9E3B-FB1E1B446A75}"/>
              </a:ext>
            </a:extLst>
          </p:cNvPr>
          <p:cNvSpPr>
            <a:spLocks noChangeAspect="1"/>
          </p:cNvSpPr>
          <p:nvPr/>
        </p:nvSpPr>
        <p:spPr>
          <a:xfrm>
            <a:off x="239957" y="974237"/>
            <a:ext cx="272561" cy="242276"/>
          </a:xfrm>
          <a:custGeom>
            <a:avLst/>
            <a:gdLst>
              <a:gd name="connsiteX0" fmla="*/ 0 w 3179445"/>
              <a:gd name="connsiteY0" fmla="*/ 0 h 2826173"/>
              <a:gd name="connsiteX1" fmla="*/ 3179445 w 3179445"/>
              <a:gd name="connsiteY1" fmla="*/ 0 h 2826173"/>
              <a:gd name="connsiteX2" fmla="*/ 3179445 w 3179445"/>
              <a:gd name="connsiteY2" fmla="*/ 353272 h 2826173"/>
              <a:gd name="connsiteX3" fmla="*/ 0 w 3179445"/>
              <a:gd name="connsiteY3" fmla="*/ 353272 h 2826173"/>
              <a:gd name="connsiteX4" fmla="*/ 0 w 3179445"/>
              <a:gd name="connsiteY4" fmla="*/ 0 h 2826173"/>
              <a:gd name="connsiteX5" fmla="*/ 0 w 3179445"/>
              <a:gd name="connsiteY5" fmla="*/ 1236451 h 2826173"/>
              <a:gd name="connsiteX6" fmla="*/ 3179445 w 3179445"/>
              <a:gd name="connsiteY6" fmla="*/ 1236451 h 2826173"/>
              <a:gd name="connsiteX7" fmla="*/ 3179445 w 3179445"/>
              <a:gd name="connsiteY7" fmla="*/ 1589723 h 2826173"/>
              <a:gd name="connsiteX8" fmla="*/ 0 w 3179445"/>
              <a:gd name="connsiteY8" fmla="*/ 1589723 h 2826173"/>
              <a:gd name="connsiteX9" fmla="*/ 0 w 3179445"/>
              <a:gd name="connsiteY9" fmla="*/ 1236451 h 2826173"/>
              <a:gd name="connsiteX10" fmla="*/ 0 w 3179445"/>
              <a:gd name="connsiteY10" fmla="*/ 2472902 h 2826173"/>
              <a:gd name="connsiteX11" fmla="*/ 3179445 w 3179445"/>
              <a:gd name="connsiteY11" fmla="*/ 2472902 h 2826173"/>
              <a:gd name="connsiteX12" fmla="*/ 3179445 w 3179445"/>
              <a:gd name="connsiteY12" fmla="*/ 2826173 h 2826173"/>
              <a:gd name="connsiteX13" fmla="*/ 0 w 3179445"/>
              <a:gd name="connsiteY13" fmla="*/ 2826173 h 2826173"/>
              <a:gd name="connsiteX14" fmla="*/ 0 w 3179445"/>
              <a:gd name="connsiteY14" fmla="*/ 2472902 h 28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79445" h="2826173">
                <a:moveTo>
                  <a:pt x="0" y="0"/>
                </a:moveTo>
                <a:lnTo>
                  <a:pt x="3179445" y="0"/>
                </a:lnTo>
                <a:lnTo>
                  <a:pt x="3179445" y="353272"/>
                </a:lnTo>
                <a:lnTo>
                  <a:pt x="0" y="353272"/>
                </a:lnTo>
                <a:lnTo>
                  <a:pt x="0" y="0"/>
                </a:lnTo>
                <a:close/>
                <a:moveTo>
                  <a:pt x="0" y="1236451"/>
                </a:moveTo>
                <a:lnTo>
                  <a:pt x="3179445" y="1236451"/>
                </a:lnTo>
                <a:lnTo>
                  <a:pt x="3179445" y="1589723"/>
                </a:lnTo>
                <a:lnTo>
                  <a:pt x="0" y="1589723"/>
                </a:lnTo>
                <a:lnTo>
                  <a:pt x="0" y="1236451"/>
                </a:lnTo>
                <a:close/>
                <a:moveTo>
                  <a:pt x="0" y="2472902"/>
                </a:moveTo>
                <a:lnTo>
                  <a:pt x="3179445" y="2472902"/>
                </a:lnTo>
                <a:lnTo>
                  <a:pt x="3179445" y="2826173"/>
                </a:lnTo>
                <a:lnTo>
                  <a:pt x="0" y="2826173"/>
                </a:lnTo>
                <a:lnTo>
                  <a:pt x="0" y="2472902"/>
                </a:lnTo>
                <a:close/>
              </a:path>
            </a:pathLst>
          </a:custGeom>
          <a:solidFill>
            <a:srgbClr val="1A776F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E2EED431-8034-408C-B2F6-CE21988F7481}"/>
              </a:ext>
            </a:extLst>
          </p:cNvPr>
          <p:cNvSpPr>
            <a:spLocks noChangeAspect="1"/>
          </p:cNvSpPr>
          <p:nvPr/>
        </p:nvSpPr>
        <p:spPr>
          <a:xfrm>
            <a:off x="236352" y="2961027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FFC876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157542D4-AC6A-4F9B-B1EC-411D936EE1D2}"/>
              </a:ext>
            </a:extLst>
          </p:cNvPr>
          <p:cNvSpPr>
            <a:spLocks noChangeAspect="1"/>
          </p:cNvSpPr>
          <p:nvPr/>
        </p:nvSpPr>
        <p:spPr>
          <a:xfrm>
            <a:off x="241639" y="6294777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1A776F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E0DB922C-E835-4391-8787-AD3F6B9DE415}"/>
              </a:ext>
            </a:extLst>
          </p:cNvPr>
          <p:cNvSpPr>
            <a:spLocks noChangeAspect="1"/>
          </p:cNvSpPr>
          <p:nvPr/>
        </p:nvSpPr>
        <p:spPr>
          <a:xfrm>
            <a:off x="241639" y="3624176"/>
            <a:ext cx="269196" cy="279357"/>
          </a:xfrm>
          <a:custGeom>
            <a:avLst/>
            <a:gdLst>
              <a:gd name="connsiteX0" fmla="*/ 172750 w 3404832"/>
              <a:gd name="connsiteY0" fmla="*/ 2649852 h 3533346"/>
              <a:gd name="connsiteX1" fmla="*/ 0 w 3404832"/>
              <a:gd name="connsiteY1" fmla="*/ 2238997 h 3533346"/>
              <a:gd name="connsiteX2" fmla="*/ 232096 w 3404832"/>
              <a:gd name="connsiteY2" fmla="*/ 1526448 h 3533346"/>
              <a:gd name="connsiteX3" fmla="*/ 353 w 3404832"/>
              <a:gd name="connsiteY3" fmla="*/ 1294525 h 3533346"/>
              <a:gd name="connsiteX4" fmla="*/ 442119 w 3404832"/>
              <a:gd name="connsiteY4" fmla="*/ 528455 h 3533346"/>
              <a:gd name="connsiteX5" fmla="*/ 1175225 w 3404832"/>
              <a:gd name="connsiteY5" fmla="*/ 373021 h 3533346"/>
              <a:gd name="connsiteX6" fmla="*/ 1260120 w 3404832"/>
              <a:gd name="connsiteY6" fmla="*/ 56131 h 3533346"/>
              <a:gd name="connsiteX7" fmla="*/ 2144536 w 3404832"/>
              <a:gd name="connsiteY7" fmla="*/ 56484 h 3533346"/>
              <a:gd name="connsiteX8" fmla="*/ 2645899 w 3404832"/>
              <a:gd name="connsiteY8" fmla="*/ 613470 h 3533346"/>
              <a:gd name="connsiteX9" fmla="*/ 2962713 w 3404832"/>
              <a:gd name="connsiteY9" fmla="*/ 528455 h 3533346"/>
              <a:gd name="connsiteX10" fmla="*/ 3232083 w 3404832"/>
              <a:gd name="connsiteY10" fmla="*/ 883493 h 3533346"/>
              <a:gd name="connsiteX11" fmla="*/ 3404833 w 3404832"/>
              <a:gd name="connsiteY11" fmla="*/ 1294348 h 3533346"/>
              <a:gd name="connsiteX12" fmla="*/ 3172733 w 3404832"/>
              <a:gd name="connsiteY12" fmla="*/ 2006897 h 3533346"/>
              <a:gd name="connsiteX13" fmla="*/ 3404479 w 3404832"/>
              <a:gd name="connsiteY13" fmla="*/ 2238820 h 3533346"/>
              <a:gd name="connsiteX14" fmla="*/ 2962713 w 3404832"/>
              <a:gd name="connsiteY14" fmla="*/ 3004890 h 3533346"/>
              <a:gd name="connsiteX15" fmla="*/ 2229604 w 3404832"/>
              <a:gd name="connsiteY15" fmla="*/ 3160329 h 3533346"/>
              <a:gd name="connsiteX16" fmla="*/ 2144712 w 3404832"/>
              <a:gd name="connsiteY16" fmla="*/ 3477214 h 3533346"/>
              <a:gd name="connsiteX17" fmla="*/ 1260297 w 3404832"/>
              <a:gd name="connsiteY17" fmla="*/ 3476860 h 3533346"/>
              <a:gd name="connsiteX18" fmla="*/ 758926 w 3404832"/>
              <a:gd name="connsiteY18" fmla="*/ 2919875 h 3533346"/>
              <a:gd name="connsiteX19" fmla="*/ 442119 w 3404832"/>
              <a:gd name="connsiteY19" fmla="*/ 3004890 h 3533346"/>
              <a:gd name="connsiteX20" fmla="*/ 172750 w 3404832"/>
              <a:gd name="connsiteY20" fmla="*/ 2649852 h 3533346"/>
              <a:gd name="connsiteX21" fmla="*/ 1172509 w 3404832"/>
              <a:gd name="connsiteY21" fmla="*/ 2684472 h 3533346"/>
              <a:gd name="connsiteX22" fmla="*/ 1569939 w 3404832"/>
              <a:gd name="connsiteY22" fmla="*/ 3173753 h 3533346"/>
              <a:gd name="connsiteX23" fmla="*/ 1834716 w 3404832"/>
              <a:gd name="connsiteY23" fmla="*/ 3173930 h 3533346"/>
              <a:gd name="connsiteX24" fmla="*/ 2232324 w 3404832"/>
              <a:gd name="connsiteY24" fmla="*/ 2684649 h 3533346"/>
              <a:gd name="connsiteX25" fmla="*/ 2854965 w 3404832"/>
              <a:gd name="connsiteY25" fmla="*/ 2584850 h 3533346"/>
              <a:gd name="connsiteX26" fmla="*/ 2987089 w 3404832"/>
              <a:gd name="connsiteY26" fmla="*/ 2355576 h 3533346"/>
              <a:gd name="connsiteX27" fmla="*/ 2762231 w 3404832"/>
              <a:gd name="connsiteY27" fmla="*/ 1766672 h 3533346"/>
              <a:gd name="connsiteX28" fmla="*/ 2987089 w 3404832"/>
              <a:gd name="connsiteY28" fmla="*/ 1177768 h 3533346"/>
              <a:gd name="connsiteX29" fmla="*/ 2854612 w 3404832"/>
              <a:gd name="connsiteY29" fmla="*/ 948495 h 3533346"/>
              <a:gd name="connsiteX30" fmla="*/ 2232324 w 3404832"/>
              <a:gd name="connsiteY30" fmla="*/ 848872 h 3533346"/>
              <a:gd name="connsiteX31" fmla="*/ 1834893 w 3404832"/>
              <a:gd name="connsiteY31" fmla="*/ 359591 h 3533346"/>
              <a:gd name="connsiteX32" fmla="*/ 1570116 w 3404832"/>
              <a:gd name="connsiteY32" fmla="*/ 359415 h 3533346"/>
              <a:gd name="connsiteX33" fmla="*/ 1172509 w 3404832"/>
              <a:gd name="connsiteY33" fmla="*/ 848696 h 3533346"/>
              <a:gd name="connsiteX34" fmla="*/ 549867 w 3404832"/>
              <a:gd name="connsiteY34" fmla="*/ 948495 h 3533346"/>
              <a:gd name="connsiteX35" fmla="*/ 417744 w 3404832"/>
              <a:gd name="connsiteY35" fmla="*/ 1177768 h 3533346"/>
              <a:gd name="connsiteX36" fmla="*/ 642601 w 3404832"/>
              <a:gd name="connsiteY36" fmla="*/ 1766672 h 3533346"/>
              <a:gd name="connsiteX37" fmla="*/ 417744 w 3404832"/>
              <a:gd name="connsiteY37" fmla="*/ 2355576 h 3533346"/>
              <a:gd name="connsiteX38" fmla="*/ 550221 w 3404832"/>
              <a:gd name="connsiteY38" fmla="*/ 2584850 h 3533346"/>
              <a:gd name="connsiteX39" fmla="*/ 1172509 w 3404832"/>
              <a:gd name="connsiteY39" fmla="*/ 2684472 h 3533346"/>
              <a:gd name="connsiteX40" fmla="*/ 1702416 w 3404832"/>
              <a:gd name="connsiteY40" fmla="*/ 2296580 h 3533346"/>
              <a:gd name="connsiteX41" fmla="*/ 1172509 w 3404832"/>
              <a:gd name="connsiteY41" fmla="*/ 1766672 h 3533346"/>
              <a:gd name="connsiteX42" fmla="*/ 1702416 w 3404832"/>
              <a:gd name="connsiteY42" fmla="*/ 1236765 h 3533346"/>
              <a:gd name="connsiteX43" fmla="*/ 2232324 w 3404832"/>
              <a:gd name="connsiteY43" fmla="*/ 1766672 h 3533346"/>
              <a:gd name="connsiteX44" fmla="*/ 1702416 w 3404832"/>
              <a:gd name="connsiteY44" fmla="*/ 2296580 h 3533346"/>
              <a:gd name="connsiteX45" fmla="*/ 1702416 w 3404832"/>
              <a:gd name="connsiteY45" fmla="*/ 1943308 h 3533346"/>
              <a:gd name="connsiteX46" fmla="*/ 1879052 w 3404832"/>
              <a:gd name="connsiteY46" fmla="*/ 1766672 h 3533346"/>
              <a:gd name="connsiteX47" fmla="*/ 1702416 w 3404832"/>
              <a:gd name="connsiteY47" fmla="*/ 1590036 h 3533346"/>
              <a:gd name="connsiteX48" fmla="*/ 1525780 w 3404832"/>
              <a:gd name="connsiteY48" fmla="*/ 1766672 h 3533346"/>
              <a:gd name="connsiteX49" fmla="*/ 1702416 w 3404832"/>
              <a:gd name="connsiteY49" fmla="*/ 1943308 h 35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404832" h="3533346">
                <a:moveTo>
                  <a:pt x="172750" y="2649852"/>
                </a:moveTo>
                <a:cubicBezTo>
                  <a:pt x="98081" y="2520731"/>
                  <a:pt x="40036" y="2382690"/>
                  <a:pt x="0" y="2238997"/>
                </a:cubicBezTo>
                <a:cubicBezTo>
                  <a:pt x="260858" y="2106325"/>
                  <a:pt x="364771" y="1787303"/>
                  <a:pt x="232096" y="1526448"/>
                </a:cubicBezTo>
                <a:cubicBezTo>
                  <a:pt x="181306" y="1426578"/>
                  <a:pt x="100175" y="1345389"/>
                  <a:pt x="353" y="1294525"/>
                </a:cubicBezTo>
                <a:cubicBezTo>
                  <a:pt x="80200" y="1005812"/>
                  <a:pt x="232228" y="742176"/>
                  <a:pt x="442119" y="528455"/>
                </a:cubicBezTo>
                <a:cubicBezTo>
                  <a:pt x="687483" y="687975"/>
                  <a:pt x="1015706" y="618386"/>
                  <a:pt x="1175225" y="373021"/>
                </a:cubicBezTo>
                <a:cubicBezTo>
                  <a:pt x="1236333" y="279031"/>
                  <a:pt x="1266055" y="168083"/>
                  <a:pt x="1260120" y="56131"/>
                </a:cubicBezTo>
                <a:cubicBezTo>
                  <a:pt x="1550174" y="-18830"/>
                  <a:pt x="1854535" y="-18708"/>
                  <a:pt x="2144536" y="56484"/>
                </a:cubicBezTo>
                <a:cubicBezTo>
                  <a:pt x="2129186" y="348740"/>
                  <a:pt x="2353655" y="598111"/>
                  <a:pt x="2645899" y="613470"/>
                </a:cubicBezTo>
                <a:cubicBezTo>
                  <a:pt x="2757833" y="619352"/>
                  <a:pt x="2868760" y="589587"/>
                  <a:pt x="2962713" y="528455"/>
                </a:cubicBezTo>
                <a:cubicBezTo>
                  <a:pt x="3064985" y="632670"/>
                  <a:pt x="3155776" y="751193"/>
                  <a:pt x="3232083" y="883493"/>
                </a:cubicBezTo>
                <a:cubicBezTo>
                  <a:pt x="3308566" y="1015793"/>
                  <a:pt x="3365796" y="1153746"/>
                  <a:pt x="3404833" y="1294348"/>
                </a:cubicBezTo>
                <a:cubicBezTo>
                  <a:pt x="3143977" y="1427019"/>
                  <a:pt x="3040062" y="1746041"/>
                  <a:pt x="3172733" y="2006897"/>
                </a:cubicBezTo>
                <a:cubicBezTo>
                  <a:pt x="3223534" y="2106767"/>
                  <a:pt x="3304662" y="2187949"/>
                  <a:pt x="3404479" y="2238820"/>
                </a:cubicBezTo>
                <a:cubicBezTo>
                  <a:pt x="3324640" y="2527531"/>
                  <a:pt x="3172609" y="2791160"/>
                  <a:pt x="2962713" y="3004890"/>
                </a:cubicBezTo>
                <a:cubicBezTo>
                  <a:pt x="2717348" y="2845370"/>
                  <a:pt x="2389123" y="2914964"/>
                  <a:pt x="2229604" y="3160329"/>
                </a:cubicBezTo>
                <a:cubicBezTo>
                  <a:pt x="2168505" y="3254317"/>
                  <a:pt x="2138777" y="3365262"/>
                  <a:pt x="2144712" y="3477214"/>
                </a:cubicBezTo>
                <a:cubicBezTo>
                  <a:pt x="1854659" y="3552178"/>
                  <a:pt x="1550297" y="3552054"/>
                  <a:pt x="1260297" y="3476860"/>
                </a:cubicBezTo>
                <a:cubicBezTo>
                  <a:pt x="1275655" y="3184599"/>
                  <a:pt x="1051183" y="2935242"/>
                  <a:pt x="758926" y="2919875"/>
                </a:cubicBezTo>
                <a:cubicBezTo>
                  <a:pt x="646991" y="2913993"/>
                  <a:pt x="536072" y="2943756"/>
                  <a:pt x="442119" y="3004890"/>
                </a:cubicBezTo>
                <a:cubicBezTo>
                  <a:pt x="337726" y="2898361"/>
                  <a:pt x="247218" y="2779078"/>
                  <a:pt x="172750" y="2649852"/>
                </a:cubicBezTo>
                <a:close/>
                <a:moveTo>
                  <a:pt x="1172509" y="2684472"/>
                </a:moveTo>
                <a:cubicBezTo>
                  <a:pt x="1360732" y="2793033"/>
                  <a:pt x="1502253" y="2967266"/>
                  <a:pt x="1569939" y="3173753"/>
                </a:cubicBezTo>
                <a:cubicBezTo>
                  <a:pt x="1658081" y="3182055"/>
                  <a:pt x="1746575" y="3182232"/>
                  <a:pt x="1834716" y="3173930"/>
                </a:cubicBezTo>
                <a:cubicBezTo>
                  <a:pt x="1902439" y="2967425"/>
                  <a:pt x="2044030" y="2793174"/>
                  <a:pt x="2232324" y="2684649"/>
                </a:cubicBezTo>
                <a:cubicBezTo>
                  <a:pt x="2420476" y="2575788"/>
                  <a:pt x="2642207" y="2540249"/>
                  <a:pt x="2854965" y="2584850"/>
                </a:cubicBezTo>
                <a:cubicBezTo>
                  <a:pt x="2906190" y="2512782"/>
                  <a:pt x="2950349" y="2435945"/>
                  <a:pt x="2987089" y="2355576"/>
                </a:cubicBezTo>
                <a:cubicBezTo>
                  <a:pt x="2842141" y="2193672"/>
                  <a:pt x="2762072" y="1983970"/>
                  <a:pt x="2762231" y="1766672"/>
                </a:cubicBezTo>
                <a:cubicBezTo>
                  <a:pt x="2762231" y="1544111"/>
                  <a:pt x="2845250" y="1336211"/>
                  <a:pt x="2987089" y="1177768"/>
                </a:cubicBezTo>
                <a:cubicBezTo>
                  <a:pt x="2950083" y="1097426"/>
                  <a:pt x="2905748" y="1020674"/>
                  <a:pt x="2854612" y="948495"/>
                </a:cubicBezTo>
                <a:cubicBezTo>
                  <a:pt x="2641995" y="993062"/>
                  <a:pt x="2420406" y="957588"/>
                  <a:pt x="2232324" y="848872"/>
                </a:cubicBezTo>
                <a:cubicBezTo>
                  <a:pt x="2044101" y="740307"/>
                  <a:pt x="1902580" y="566075"/>
                  <a:pt x="1834893" y="359591"/>
                </a:cubicBezTo>
                <a:cubicBezTo>
                  <a:pt x="1746752" y="351289"/>
                  <a:pt x="1658257" y="351113"/>
                  <a:pt x="1570116" y="359415"/>
                </a:cubicBezTo>
                <a:cubicBezTo>
                  <a:pt x="1502394" y="565928"/>
                  <a:pt x="1360803" y="740164"/>
                  <a:pt x="1172509" y="848696"/>
                </a:cubicBezTo>
                <a:cubicBezTo>
                  <a:pt x="984353" y="957558"/>
                  <a:pt x="762622" y="993099"/>
                  <a:pt x="549867" y="948495"/>
                </a:cubicBezTo>
                <a:cubicBezTo>
                  <a:pt x="498744" y="1020614"/>
                  <a:pt x="454507" y="1097374"/>
                  <a:pt x="417744" y="1177768"/>
                </a:cubicBezTo>
                <a:cubicBezTo>
                  <a:pt x="562686" y="1339666"/>
                  <a:pt x="642757" y="1549375"/>
                  <a:pt x="642601" y="1766672"/>
                </a:cubicBezTo>
                <a:cubicBezTo>
                  <a:pt x="642601" y="1989233"/>
                  <a:pt x="559582" y="2197134"/>
                  <a:pt x="417744" y="2355576"/>
                </a:cubicBezTo>
                <a:cubicBezTo>
                  <a:pt x="454744" y="2435928"/>
                  <a:pt x="499092" y="2512676"/>
                  <a:pt x="550221" y="2584850"/>
                </a:cubicBezTo>
                <a:cubicBezTo>
                  <a:pt x="762841" y="2540284"/>
                  <a:pt x="984429" y="2575753"/>
                  <a:pt x="1172509" y="2684472"/>
                </a:cubicBezTo>
                <a:close/>
                <a:moveTo>
                  <a:pt x="1702416" y="2296580"/>
                </a:moveTo>
                <a:cubicBezTo>
                  <a:pt x="1409748" y="2296580"/>
                  <a:pt x="1172509" y="2059340"/>
                  <a:pt x="1172509" y="1766672"/>
                </a:cubicBezTo>
                <a:cubicBezTo>
                  <a:pt x="1172509" y="1474004"/>
                  <a:pt x="1409748" y="1236765"/>
                  <a:pt x="1702416" y="1236765"/>
                </a:cubicBezTo>
                <a:cubicBezTo>
                  <a:pt x="1995084" y="1236765"/>
                  <a:pt x="2232324" y="1474004"/>
                  <a:pt x="2232324" y="1766672"/>
                </a:cubicBezTo>
                <a:cubicBezTo>
                  <a:pt x="2232324" y="2059340"/>
                  <a:pt x="1995084" y="2296580"/>
                  <a:pt x="1702416" y="2296580"/>
                </a:cubicBezTo>
                <a:close/>
                <a:moveTo>
                  <a:pt x="1702416" y="1943308"/>
                </a:moveTo>
                <a:cubicBezTo>
                  <a:pt x="1799972" y="1943308"/>
                  <a:pt x="1879052" y="1864228"/>
                  <a:pt x="1879052" y="1766672"/>
                </a:cubicBezTo>
                <a:cubicBezTo>
                  <a:pt x="1879052" y="1669116"/>
                  <a:pt x="1799972" y="1590036"/>
                  <a:pt x="1702416" y="1590036"/>
                </a:cubicBezTo>
                <a:cubicBezTo>
                  <a:pt x="1604860" y="1590036"/>
                  <a:pt x="1525780" y="1669116"/>
                  <a:pt x="1525780" y="1766672"/>
                </a:cubicBezTo>
                <a:cubicBezTo>
                  <a:pt x="1525780" y="1864228"/>
                  <a:pt x="1604860" y="1943308"/>
                  <a:pt x="1702416" y="1943308"/>
                </a:cubicBezTo>
                <a:close/>
              </a:path>
            </a:pathLst>
          </a:custGeom>
          <a:solidFill>
            <a:srgbClr val="1A776F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30A028C-75EA-40DB-95A1-B28E03E34B57}"/>
              </a:ext>
            </a:extLst>
          </p:cNvPr>
          <p:cNvSpPr/>
          <p:nvPr/>
        </p:nvSpPr>
        <p:spPr>
          <a:xfrm>
            <a:off x="240600" y="2307737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1A776F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290839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1">
            <a:extLst>
              <a:ext uri="{FF2B5EF4-FFF2-40B4-BE49-F238E27FC236}">
                <a16:creationId xmlns:a16="http://schemas.microsoft.com/office/drawing/2014/main" id="{8F40B1ED-FDE2-4EA5-AC0A-44456C9E3D7C}"/>
              </a:ext>
            </a:extLst>
          </p:cNvPr>
          <p:cNvSpPr/>
          <p:nvPr/>
        </p:nvSpPr>
        <p:spPr>
          <a:xfrm>
            <a:off x="0" y="2306234"/>
            <a:ext cx="12192000" cy="4551766"/>
          </a:xfrm>
          <a:prstGeom prst="rect">
            <a:avLst/>
          </a:prstGeom>
          <a:solidFill>
            <a:srgbClr val="035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0361A8-3654-4D9F-9DD3-94366E7068A2}"/>
              </a:ext>
            </a:extLst>
          </p:cNvPr>
          <p:cNvSpPr/>
          <p:nvPr/>
        </p:nvSpPr>
        <p:spPr>
          <a:xfrm>
            <a:off x="752473" y="1136319"/>
            <a:ext cx="11439527" cy="2307737"/>
          </a:xfrm>
          <a:prstGeom prst="rect">
            <a:avLst/>
          </a:prstGeom>
          <a:solidFill>
            <a:srgbClr val="FEB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3139807" y="190500"/>
            <a:ext cx="8856930" cy="1143000"/>
          </a:xfrm>
          <a:prstGeom prst="roundRect">
            <a:avLst>
              <a:gd name="adj" fmla="val 833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0" y="0"/>
            <a:ext cx="752473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D6B42162-E1AD-471E-8E50-3F8285B58B0D}"/>
              </a:ext>
            </a:extLst>
          </p:cNvPr>
          <p:cNvSpPr/>
          <p:nvPr/>
        </p:nvSpPr>
        <p:spPr>
          <a:xfrm>
            <a:off x="923927" y="1541319"/>
            <a:ext cx="7336401" cy="2441864"/>
          </a:xfrm>
          <a:prstGeom prst="roundRect">
            <a:avLst>
              <a:gd name="adj" fmla="val 115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FA9AA816-9B55-46FB-AC4D-0AF86D080E57}"/>
              </a:ext>
            </a:extLst>
          </p:cNvPr>
          <p:cNvSpPr/>
          <p:nvPr/>
        </p:nvSpPr>
        <p:spPr>
          <a:xfrm>
            <a:off x="8448675" y="3295570"/>
            <a:ext cx="3548062" cy="3371930"/>
          </a:xfrm>
          <a:prstGeom prst="roundRect">
            <a:avLst>
              <a:gd name="adj" fmla="val 79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8" name="Retângulo: Cantos Arredondados 187">
            <a:extLst>
              <a:ext uri="{FF2B5EF4-FFF2-40B4-BE49-F238E27FC236}">
                <a16:creationId xmlns:a16="http://schemas.microsoft.com/office/drawing/2014/main" id="{EADE9458-B046-4A13-9F3F-D4220062DFCB}"/>
              </a:ext>
            </a:extLst>
          </p:cNvPr>
          <p:cNvSpPr/>
          <p:nvPr/>
        </p:nvSpPr>
        <p:spPr>
          <a:xfrm>
            <a:off x="923927" y="4199660"/>
            <a:ext cx="7350687" cy="2459182"/>
          </a:xfrm>
          <a:prstGeom prst="roundRect">
            <a:avLst>
              <a:gd name="adj" fmla="val 1826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2" name="Retângulo: Cantos Arredondados 351">
            <a:extLst>
              <a:ext uri="{FF2B5EF4-FFF2-40B4-BE49-F238E27FC236}">
                <a16:creationId xmlns:a16="http://schemas.microsoft.com/office/drawing/2014/main" id="{936078B8-7B46-45FA-90E9-2BD9FE2A015D}"/>
              </a:ext>
            </a:extLst>
          </p:cNvPr>
          <p:cNvSpPr/>
          <p:nvPr/>
        </p:nvSpPr>
        <p:spPr>
          <a:xfrm>
            <a:off x="3338513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EB51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3" name="Retângulo: Cantos Arredondados 352">
            <a:extLst>
              <a:ext uri="{FF2B5EF4-FFF2-40B4-BE49-F238E27FC236}">
                <a16:creationId xmlns:a16="http://schemas.microsoft.com/office/drawing/2014/main" id="{4A007D25-0939-4D29-960F-3DD91EA83397}"/>
              </a:ext>
            </a:extLst>
          </p:cNvPr>
          <p:cNvSpPr/>
          <p:nvPr/>
        </p:nvSpPr>
        <p:spPr>
          <a:xfrm>
            <a:off x="5589647" y="480112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EB51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4" name="Retângulo: Cantos Arredondados 353">
            <a:extLst>
              <a:ext uri="{FF2B5EF4-FFF2-40B4-BE49-F238E27FC236}">
                <a16:creationId xmlns:a16="http://schemas.microsoft.com/office/drawing/2014/main" id="{265C537F-8523-47E7-8909-BACC01E3D58D}"/>
              </a:ext>
            </a:extLst>
          </p:cNvPr>
          <p:cNvSpPr/>
          <p:nvPr/>
        </p:nvSpPr>
        <p:spPr>
          <a:xfrm>
            <a:off x="7881938" y="505269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EB51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5" name="Retângulo: Cantos Arredondados 354">
            <a:extLst>
              <a:ext uri="{FF2B5EF4-FFF2-40B4-BE49-F238E27FC236}">
                <a16:creationId xmlns:a16="http://schemas.microsoft.com/office/drawing/2014/main" id="{B5E09D3D-7B8E-43BD-96CA-EE887C58699A}"/>
              </a:ext>
            </a:extLst>
          </p:cNvPr>
          <p:cNvSpPr/>
          <p:nvPr/>
        </p:nvSpPr>
        <p:spPr>
          <a:xfrm>
            <a:off x="10098041" y="51308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EB51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8" name="Forma Livre: Forma 377">
            <a:extLst>
              <a:ext uri="{FF2B5EF4-FFF2-40B4-BE49-F238E27FC236}">
                <a16:creationId xmlns:a16="http://schemas.microsoft.com/office/drawing/2014/main" id="{77BCA2AC-E5D5-469F-8886-9728440CB113}"/>
              </a:ext>
            </a:extLst>
          </p:cNvPr>
          <p:cNvSpPr>
            <a:spLocks noChangeAspect="1"/>
          </p:cNvSpPr>
          <p:nvPr/>
        </p:nvSpPr>
        <p:spPr>
          <a:xfrm>
            <a:off x="5693174" y="633717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035480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79" name="Forma Livre: Forma 378">
            <a:extLst>
              <a:ext uri="{FF2B5EF4-FFF2-40B4-BE49-F238E27FC236}">
                <a16:creationId xmlns:a16="http://schemas.microsoft.com/office/drawing/2014/main" id="{09B43A32-645A-49CB-B11A-0C056784EE4D}"/>
              </a:ext>
            </a:extLst>
          </p:cNvPr>
          <p:cNvSpPr>
            <a:spLocks noChangeAspect="1"/>
          </p:cNvSpPr>
          <p:nvPr/>
        </p:nvSpPr>
        <p:spPr>
          <a:xfrm flipH="1">
            <a:off x="7979798" y="633716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035480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E2EED431-8034-408C-B2F6-CE21988F7481}"/>
              </a:ext>
            </a:extLst>
          </p:cNvPr>
          <p:cNvSpPr>
            <a:spLocks noChangeAspect="1"/>
          </p:cNvSpPr>
          <p:nvPr/>
        </p:nvSpPr>
        <p:spPr>
          <a:xfrm>
            <a:off x="236352" y="2961027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FEB51F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157542D4-AC6A-4F9B-B1EC-411D936EE1D2}"/>
              </a:ext>
            </a:extLst>
          </p:cNvPr>
          <p:cNvSpPr>
            <a:spLocks noChangeAspect="1"/>
          </p:cNvSpPr>
          <p:nvPr/>
        </p:nvSpPr>
        <p:spPr>
          <a:xfrm>
            <a:off x="241639" y="6294777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035480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30A028C-75EA-40DB-95A1-B28E03E34B57}"/>
              </a:ext>
            </a:extLst>
          </p:cNvPr>
          <p:cNvSpPr/>
          <p:nvPr/>
        </p:nvSpPr>
        <p:spPr>
          <a:xfrm>
            <a:off x="240600" y="2307737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035480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FBD6C7-DB11-4518-A99E-13B634603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73" y="291133"/>
            <a:ext cx="2111278" cy="795248"/>
          </a:xfrm>
          <a:prstGeom prst="rect">
            <a:avLst/>
          </a:prstGeom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0C99840-335C-4AD1-83F8-19C34B5E13C7}"/>
              </a:ext>
            </a:extLst>
          </p:cNvPr>
          <p:cNvSpPr/>
          <p:nvPr/>
        </p:nvSpPr>
        <p:spPr>
          <a:xfrm>
            <a:off x="8446068" y="1557906"/>
            <a:ext cx="3548062" cy="1547164"/>
          </a:xfrm>
          <a:prstGeom prst="roundRect">
            <a:avLst>
              <a:gd name="adj" fmla="val 79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6" name="Gráfico 5" descr="Filtro">
            <a:extLst>
              <a:ext uri="{FF2B5EF4-FFF2-40B4-BE49-F238E27FC236}">
                <a16:creationId xmlns:a16="http://schemas.microsoft.com/office/drawing/2014/main" id="{5BF9A052-CB73-484D-91DC-C15C037ED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8728" y="1599439"/>
            <a:ext cx="415402" cy="415402"/>
          </a:xfrm>
          <a:prstGeom prst="rect">
            <a:avLst/>
          </a:prstGeom>
        </p:spPr>
      </p:pic>
      <p:pic>
        <p:nvPicPr>
          <p:cNvPr id="14" name="Gráfico 13" descr="Fechar">
            <a:extLst>
              <a:ext uri="{FF2B5EF4-FFF2-40B4-BE49-F238E27FC236}">
                <a16:creationId xmlns:a16="http://schemas.microsoft.com/office/drawing/2014/main" id="{2A448A6A-D3CF-4440-AADB-69CF2C985B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08463" y="1799056"/>
            <a:ext cx="162000" cy="162000"/>
          </a:xfrm>
          <a:prstGeom prst="rect">
            <a:avLst/>
          </a:prstGeom>
        </p:spPr>
      </p:pic>
      <p:pic>
        <p:nvPicPr>
          <p:cNvPr id="16" name="Gráfico 15" descr="Dinheiro">
            <a:extLst>
              <a:ext uri="{FF2B5EF4-FFF2-40B4-BE49-F238E27FC236}">
                <a16:creationId xmlns:a16="http://schemas.microsoft.com/office/drawing/2014/main" id="{0927335F-F2FD-4866-BBE5-0AFFB6DEF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1828" y="569052"/>
            <a:ext cx="369619" cy="369619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81EAB96B-2679-4D98-83FF-1B590A9FFD01}"/>
              </a:ext>
            </a:extLst>
          </p:cNvPr>
          <p:cNvSpPr>
            <a:spLocks noChangeAspect="1"/>
          </p:cNvSpPr>
          <p:nvPr/>
        </p:nvSpPr>
        <p:spPr>
          <a:xfrm>
            <a:off x="10220099" y="622927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035480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</p:spTree>
    <p:extLst>
      <p:ext uri="{BB962C8B-B14F-4D97-AF65-F5344CB8AC3E}">
        <p14:creationId xmlns:p14="http://schemas.microsoft.com/office/powerpoint/2010/main" val="199567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1">
            <a:extLst>
              <a:ext uri="{FF2B5EF4-FFF2-40B4-BE49-F238E27FC236}">
                <a16:creationId xmlns:a16="http://schemas.microsoft.com/office/drawing/2014/main" id="{8F40B1ED-FDE2-4EA5-AC0A-44456C9E3D7C}"/>
              </a:ext>
            </a:extLst>
          </p:cNvPr>
          <p:cNvSpPr/>
          <p:nvPr/>
        </p:nvSpPr>
        <p:spPr>
          <a:xfrm>
            <a:off x="0" y="2306234"/>
            <a:ext cx="12192000" cy="4551766"/>
          </a:xfrm>
          <a:prstGeom prst="rect">
            <a:avLst/>
          </a:prstGeom>
          <a:solidFill>
            <a:srgbClr val="035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0361A8-3654-4D9F-9DD3-94366E7068A2}"/>
              </a:ext>
            </a:extLst>
          </p:cNvPr>
          <p:cNvSpPr/>
          <p:nvPr/>
        </p:nvSpPr>
        <p:spPr>
          <a:xfrm>
            <a:off x="752473" y="1136319"/>
            <a:ext cx="11439527" cy="2307737"/>
          </a:xfrm>
          <a:prstGeom prst="rect">
            <a:avLst/>
          </a:prstGeom>
          <a:solidFill>
            <a:srgbClr val="FEB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3139807" y="190500"/>
            <a:ext cx="8856930" cy="1143000"/>
          </a:xfrm>
          <a:prstGeom prst="roundRect">
            <a:avLst>
              <a:gd name="adj" fmla="val 833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0" y="0"/>
            <a:ext cx="752473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D6B42162-E1AD-471E-8E50-3F8285B58B0D}"/>
              </a:ext>
            </a:extLst>
          </p:cNvPr>
          <p:cNvSpPr/>
          <p:nvPr/>
        </p:nvSpPr>
        <p:spPr>
          <a:xfrm>
            <a:off x="923927" y="1541318"/>
            <a:ext cx="11072810" cy="5126181"/>
          </a:xfrm>
          <a:prstGeom prst="roundRect">
            <a:avLst>
              <a:gd name="adj" fmla="val 1153"/>
            </a:avLst>
          </a:prstGeom>
          <a:solidFill>
            <a:srgbClr val="F5F3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E2EED431-8034-408C-B2F6-CE21988F7481}"/>
              </a:ext>
            </a:extLst>
          </p:cNvPr>
          <p:cNvSpPr>
            <a:spLocks noChangeAspect="1"/>
          </p:cNvSpPr>
          <p:nvPr/>
        </p:nvSpPr>
        <p:spPr>
          <a:xfrm>
            <a:off x="236352" y="2961027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FEB51F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30A028C-75EA-40DB-95A1-B28E03E34B57}"/>
              </a:ext>
            </a:extLst>
          </p:cNvPr>
          <p:cNvSpPr/>
          <p:nvPr/>
        </p:nvSpPr>
        <p:spPr>
          <a:xfrm>
            <a:off x="240600" y="2307737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035480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FBD6C7-DB11-4518-A99E-13B634603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73" y="291133"/>
            <a:ext cx="2111278" cy="79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3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0DBC2A3-D358-4A9F-BB7B-2C57C2BAFC9B}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prstGeom prst="roundRect">
            <a:avLst>
              <a:gd name="adj" fmla="val 1153"/>
            </a:avLst>
          </a:prstGeom>
          <a:gradFill>
            <a:gsLst>
              <a:gs pos="0">
                <a:srgbClr val="035480">
                  <a:alpha val="54000"/>
                </a:srgbClr>
              </a:gs>
              <a:gs pos="100000">
                <a:srgbClr val="FB970D">
                  <a:alpha val="48000"/>
                </a:srgbClr>
              </a:gs>
            </a:gsLst>
            <a:lin ang="5400000" scaled="1"/>
          </a:gra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D6B42162-E1AD-471E-8E50-3F8285B58B0D}"/>
              </a:ext>
            </a:extLst>
          </p:cNvPr>
          <p:cNvSpPr/>
          <p:nvPr/>
        </p:nvSpPr>
        <p:spPr>
          <a:xfrm>
            <a:off x="0" y="0"/>
            <a:ext cx="12635345" cy="6857999"/>
          </a:xfrm>
          <a:prstGeom prst="roundRect">
            <a:avLst>
              <a:gd name="adj" fmla="val 1153"/>
            </a:avLst>
          </a:prstGeom>
          <a:blipFill dpi="0" rotWithShape="1">
            <a:blip r:embed="rId2">
              <a:alphaModFix amt="9000"/>
            </a:blip>
            <a:srcRect/>
            <a:stretch>
              <a:fillRect/>
            </a:stretch>
          </a:blip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FBD6C7-DB11-4518-A99E-13B634603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00" y="170147"/>
            <a:ext cx="3799507" cy="143114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52C0072-55A8-4E18-B9C8-26481B4CA0B4}"/>
              </a:ext>
            </a:extLst>
          </p:cNvPr>
          <p:cNvSpPr/>
          <p:nvPr/>
        </p:nvSpPr>
        <p:spPr>
          <a:xfrm>
            <a:off x="1556135" y="2260754"/>
            <a:ext cx="907973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5400" b="1" cap="none" spc="0" dirty="0">
                <a:ln/>
                <a:solidFill>
                  <a:srgbClr val="FEB51F"/>
                </a:solidFill>
                <a:effectLst/>
                <a:latin typeface="Lucida Sans" panose="020B0602030504020204" pitchFamily="34" charset="0"/>
                <a:cs typeface="Courier New" panose="02070309020205020404" pitchFamily="49" charset="0"/>
              </a:rPr>
              <a:t>DASHBOARD </a:t>
            </a:r>
          </a:p>
          <a:p>
            <a:pPr algn="ctr"/>
            <a:r>
              <a:rPr lang="pt-BR" sz="5400" b="1" cap="none" spc="0" dirty="0">
                <a:ln/>
                <a:solidFill>
                  <a:srgbClr val="035480"/>
                </a:solidFill>
                <a:effectLst/>
                <a:latin typeface="Lucida Sans" panose="020B0602030504020204" pitchFamily="34" charset="0"/>
                <a:cs typeface="Courier New" panose="02070309020205020404" pitchFamily="49" charset="0"/>
              </a:rPr>
              <a:t>OPERAÇÕES DE CRÉDITO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B5F81B8-A25D-44F7-950F-B4C00A458A57}"/>
              </a:ext>
            </a:extLst>
          </p:cNvPr>
          <p:cNvSpPr/>
          <p:nvPr/>
        </p:nvSpPr>
        <p:spPr>
          <a:xfrm>
            <a:off x="5070762" y="4674540"/>
            <a:ext cx="2050472" cy="762000"/>
          </a:xfrm>
          <a:prstGeom prst="roundRect">
            <a:avLst/>
          </a:prstGeom>
          <a:solidFill>
            <a:srgbClr val="035480"/>
          </a:solidFill>
          <a:ln>
            <a:solidFill>
              <a:srgbClr val="FB970D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515E51F-586A-4087-B410-228C3EB5DA00}"/>
              </a:ext>
            </a:extLst>
          </p:cNvPr>
          <p:cNvSpPr/>
          <p:nvPr/>
        </p:nvSpPr>
        <p:spPr>
          <a:xfrm>
            <a:off x="5251856" y="4778541"/>
            <a:ext cx="168828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3000" b="1" cap="none" spc="0" dirty="0">
                <a:ln/>
                <a:solidFill>
                  <a:srgbClr val="FEB51F"/>
                </a:solidFill>
                <a:effectLst/>
                <a:latin typeface="Lucida Sans" panose="020B0602030504020204" pitchFamily="34" charset="0"/>
                <a:cs typeface="Courier New" panose="02070309020205020404" pitchFamily="49" charset="0"/>
              </a:rPr>
              <a:t>INICIAR</a:t>
            </a:r>
            <a:endParaRPr lang="pt-BR" sz="3000" b="1" cap="none" spc="0" dirty="0">
              <a:ln/>
              <a:solidFill>
                <a:srgbClr val="035480"/>
              </a:solidFill>
              <a:effectLst/>
              <a:latin typeface="Lucida Sans" panose="020B0602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06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B0E0133-BAAF-42EE-BDFB-8801A159F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996"/>
                    </a14:imgEffect>
                    <a14:imgEffect>
                      <a14:saturation sat="112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2" cy="68580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0DBC2A3-D358-4A9F-BB7B-2C57C2BAFC9B}"/>
              </a:ext>
            </a:extLst>
          </p:cNvPr>
          <p:cNvSpPr/>
          <p:nvPr/>
        </p:nvSpPr>
        <p:spPr>
          <a:xfrm>
            <a:off x="-3" y="-1"/>
            <a:ext cx="12192002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35480">
                  <a:alpha val="91000"/>
                </a:srgbClr>
              </a:gs>
              <a:gs pos="100000">
                <a:srgbClr val="FB970D">
                  <a:alpha val="48000"/>
                </a:srgbClr>
              </a:gs>
            </a:gsLst>
            <a:lin ang="5400000" scaled="1"/>
          </a:gra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52C0072-55A8-4E18-B9C8-26481B4CA0B4}"/>
              </a:ext>
            </a:extLst>
          </p:cNvPr>
          <p:cNvSpPr/>
          <p:nvPr/>
        </p:nvSpPr>
        <p:spPr>
          <a:xfrm>
            <a:off x="1556135" y="1679729"/>
            <a:ext cx="907973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5400" b="1" cap="none" spc="0" dirty="0">
                <a:ln/>
                <a:solidFill>
                  <a:srgbClr val="FEB51F"/>
                </a:solidFill>
                <a:effectLst/>
                <a:latin typeface="Lucida Sans" panose="020B0602030504020204" pitchFamily="34" charset="0"/>
                <a:cs typeface="Courier New" panose="02070309020205020404" pitchFamily="49" charset="0"/>
              </a:rPr>
              <a:t>DASHBOARD </a:t>
            </a:r>
          </a:p>
          <a:p>
            <a:pPr algn="ctr"/>
            <a:r>
              <a:rPr lang="pt-BR" sz="5400" b="1" cap="none" spc="0" dirty="0">
                <a:ln/>
                <a:solidFill>
                  <a:srgbClr val="035480"/>
                </a:solidFill>
                <a:effectLst/>
                <a:latin typeface="Lucida Sans" panose="020B0602030504020204" pitchFamily="34" charset="0"/>
                <a:cs typeface="Courier New" panose="02070309020205020404" pitchFamily="49" charset="0"/>
              </a:rPr>
              <a:t>OPERAÇÕES DE CRÉDITO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B5F81B8-A25D-44F7-950F-B4C00A458A57}"/>
              </a:ext>
            </a:extLst>
          </p:cNvPr>
          <p:cNvSpPr/>
          <p:nvPr/>
        </p:nvSpPr>
        <p:spPr>
          <a:xfrm>
            <a:off x="5070762" y="4674540"/>
            <a:ext cx="2050472" cy="762000"/>
          </a:xfrm>
          <a:prstGeom prst="roundRect">
            <a:avLst/>
          </a:prstGeom>
          <a:solidFill>
            <a:srgbClr val="035480"/>
          </a:solidFill>
          <a:ln>
            <a:solidFill>
              <a:srgbClr val="FB970D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515E51F-586A-4087-B410-228C3EB5DA00}"/>
              </a:ext>
            </a:extLst>
          </p:cNvPr>
          <p:cNvSpPr/>
          <p:nvPr/>
        </p:nvSpPr>
        <p:spPr>
          <a:xfrm>
            <a:off x="5251856" y="4778541"/>
            <a:ext cx="168828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3000" b="1" cap="none" spc="0" dirty="0">
                <a:ln/>
                <a:solidFill>
                  <a:srgbClr val="FEB51F"/>
                </a:solidFill>
                <a:effectLst/>
                <a:latin typeface="Lucida Sans" panose="020B0602030504020204" pitchFamily="34" charset="0"/>
                <a:cs typeface="Courier New" panose="02070309020205020404" pitchFamily="49" charset="0"/>
              </a:rPr>
              <a:t>INICIAR</a:t>
            </a:r>
            <a:endParaRPr lang="pt-BR" sz="3000" b="1" cap="none" spc="0" dirty="0">
              <a:ln/>
              <a:solidFill>
                <a:srgbClr val="035480"/>
              </a:solidFill>
              <a:effectLst/>
              <a:latin typeface="Lucida Sans" panose="020B0602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48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4A46B54-38C0-4D08-9FB1-82D365C64E78}"/>
              </a:ext>
            </a:extLst>
          </p:cNvPr>
          <p:cNvSpPr/>
          <p:nvPr/>
        </p:nvSpPr>
        <p:spPr>
          <a:xfrm>
            <a:off x="0" y="0"/>
            <a:ext cx="12192000" cy="6852897"/>
          </a:xfrm>
          <a:prstGeom prst="rect">
            <a:avLst/>
          </a:prstGeom>
          <a:solidFill>
            <a:srgbClr val="F5F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" name="Retângulo: Cantos Arredondados 28">
            <a:extLst>
              <a:ext uri="{FF2B5EF4-FFF2-40B4-BE49-F238E27FC236}">
                <a16:creationId xmlns:a16="http://schemas.microsoft.com/office/drawing/2014/main" id="{86E3885B-1DE7-4B3D-89A4-93B06F237D6D}"/>
              </a:ext>
            </a:extLst>
          </p:cNvPr>
          <p:cNvSpPr/>
          <p:nvPr/>
        </p:nvSpPr>
        <p:spPr>
          <a:xfrm>
            <a:off x="0" y="-23100"/>
            <a:ext cx="12192000" cy="652463"/>
          </a:xfrm>
          <a:prstGeom prst="roundRect">
            <a:avLst>
              <a:gd name="adj" fmla="val 0"/>
            </a:avLst>
          </a:prstGeom>
          <a:solidFill>
            <a:srgbClr val="282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2015E93-FFDD-458D-8FC2-1407B5A2F3CA}"/>
              </a:ext>
            </a:extLst>
          </p:cNvPr>
          <p:cNvSpPr/>
          <p:nvPr/>
        </p:nvSpPr>
        <p:spPr>
          <a:xfrm>
            <a:off x="178593" y="862693"/>
            <a:ext cx="2221707" cy="1143000"/>
          </a:xfrm>
          <a:prstGeom prst="roundRect">
            <a:avLst>
              <a:gd name="adj" fmla="val 8333"/>
            </a:avLst>
          </a:prstGeom>
          <a:solidFill>
            <a:srgbClr val="22314E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17D000F-D738-4AE4-8096-9719F8AFB103}"/>
              </a:ext>
            </a:extLst>
          </p:cNvPr>
          <p:cNvSpPr/>
          <p:nvPr/>
        </p:nvSpPr>
        <p:spPr>
          <a:xfrm>
            <a:off x="2618526" y="852488"/>
            <a:ext cx="2233614" cy="1143000"/>
          </a:xfrm>
          <a:prstGeom prst="roundRect">
            <a:avLst>
              <a:gd name="adj" fmla="val 8333"/>
            </a:avLst>
          </a:prstGeom>
          <a:solidFill>
            <a:srgbClr val="22314E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F2D8D05-2D6A-4528-8C4A-AF56A7BFCBDA}"/>
              </a:ext>
            </a:extLst>
          </p:cNvPr>
          <p:cNvSpPr/>
          <p:nvPr/>
        </p:nvSpPr>
        <p:spPr>
          <a:xfrm>
            <a:off x="5028354" y="852488"/>
            <a:ext cx="2172546" cy="1143000"/>
          </a:xfrm>
          <a:prstGeom prst="roundRect">
            <a:avLst>
              <a:gd name="adj" fmla="val 8333"/>
            </a:avLst>
          </a:prstGeom>
          <a:solidFill>
            <a:srgbClr val="22314E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7B69852-6987-4E96-B847-6070C5F92F70}"/>
              </a:ext>
            </a:extLst>
          </p:cNvPr>
          <p:cNvSpPr/>
          <p:nvPr/>
        </p:nvSpPr>
        <p:spPr>
          <a:xfrm>
            <a:off x="7391400" y="862693"/>
            <a:ext cx="2224086" cy="1143000"/>
          </a:xfrm>
          <a:prstGeom prst="roundRect">
            <a:avLst>
              <a:gd name="adj" fmla="val 8333"/>
            </a:avLst>
          </a:prstGeom>
          <a:solidFill>
            <a:srgbClr val="22314E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A9B8488-ED0B-445D-8E19-323436F4D02D}"/>
              </a:ext>
            </a:extLst>
          </p:cNvPr>
          <p:cNvSpPr/>
          <p:nvPr/>
        </p:nvSpPr>
        <p:spPr>
          <a:xfrm>
            <a:off x="9791699" y="852488"/>
            <a:ext cx="2200269" cy="1143000"/>
          </a:xfrm>
          <a:prstGeom prst="roundRect">
            <a:avLst>
              <a:gd name="adj" fmla="val 8333"/>
            </a:avLst>
          </a:prstGeom>
          <a:solidFill>
            <a:srgbClr val="22314E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2B57181-D7A8-4F53-BF4B-6B3BA0E479DB}"/>
              </a:ext>
            </a:extLst>
          </p:cNvPr>
          <p:cNvSpPr/>
          <p:nvPr/>
        </p:nvSpPr>
        <p:spPr>
          <a:xfrm>
            <a:off x="190500" y="2194307"/>
            <a:ext cx="3810000" cy="2459182"/>
          </a:xfrm>
          <a:prstGeom prst="roundRect">
            <a:avLst>
              <a:gd name="adj" fmla="val 3873"/>
            </a:avLst>
          </a:prstGeom>
          <a:solidFill>
            <a:srgbClr val="282D3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1" name="Retângulo: Cantos Arredondados 190">
            <a:extLst>
              <a:ext uri="{FF2B5EF4-FFF2-40B4-BE49-F238E27FC236}">
                <a16:creationId xmlns:a16="http://schemas.microsoft.com/office/drawing/2014/main" id="{3C6DCB98-DBF9-49CD-B541-6647379912FE}"/>
              </a:ext>
            </a:extLst>
          </p:cNvPr>
          <p:cNvSpPr/>
          <p:nvPr/>
        </p:nvSpPr>
        <p:spPr>
          <a:xfrm>
            <a:off x="4191000" y="2185308"/>
            <a:ext cx="3810000" cy="2459182"/>
          </a:xfrm>
          <a:prstGeom prst="roundRect">
            <a:avLst>
              <a:gd name="adj" fmla="val 3873"/>
            </a:avLst>
          </a:prstGeom>
          <a:solidFill>
            <a:srgbClr val="282D3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3" name="Retângulo: Cantos Arredondados 192">
            <a:extLst>
              <a:ext uri="{FF2B5EF4-FFF2-40B4-BE49-F238E27FC236}">
                <a16:creationId xmlns:a16="http://schemas.microsoft.com/office/drawing/2014/main" id="{19577DE8-6A3C-480B-9F9F-9056891323E5}"/>
              </a:ext>
            </a:extLst>
          </p:cNvPr>
          <p:cNvSpPr/>
          <p:nvPr/>
        </p:nvSpPr>
        <p:spPr>
          <a:xfrm>
            <a:off x="190500" y="4842103"/>
            <a:ext cx="3810000" cy="1830161"/>
          </a:xfrm>
          <a:prstGeom prst="roundRect">
            <a:avLst>
              <a:gd name="adj" fmla="val 5204"/>
            </a:avLst>
          </a:prstGeom>
          <a:solidFill>
            <a:srgbClr val="282D3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5" name="Retângulo: Cantos Arredondados 194">
            <a:extLst>
              <a:ext uri="{FF2B5EF4-FFF2-40B4-BE49-F238E27FC236}">
                <a16:creationId xmlns:a16="http://schemas.microsoft.com/office/drawing/2014/main" id="{2B9CF4C9-9F49-43D2-84E3-F88D478A1817}"/>
              </a:ext>
            </a:extLst>
          </p:cNvPr>
          <p:cNvSpPr/>
          <p:nvPr/>
        </p:nvSpPr>
        <p:spPr>
          <a:xfrm>
            <a:off x="4200531" y="4842104"/>
            <a:ext cx="3800469" cy="1822366"/>
          </a:xfrm>
          <a:prstGeom prst="roundRect">
            <a:avLst>
              <a:gd name="adj" fmla="val 5286"/>
            </a:avLst>
          </a:prstGeom>
          <a:solidFill>
            <a:srgbClr val="282D3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6" name="Retângulo: Cantos Arredondados 195">
            <a:extLst>
              <a:ext uri="{FF2B5EF4-FFF2-40B4-BE49-F238E27FC236}">
                <a16:creationId xmlns:a16="http://schemas.microsoft.com/office/drawing/2014/main" id="{DEBA222D-2588-4D5F-A1C1-F11171573C58}"/>
              </a:ext>
            </a:extLst>
          </p:cNvPr>
          <p:cNvSpPr/>
          <p:nvPr/>
        </p:nvSpPr>
        <p:spPr>
          <a:xfrm>
            <a:off x="8191500" y="2185307"/>
            <a:ext cx="3800469" cy="4486956"/>
          </a:xfrm>
          <a:prstGeom prst="roundRect">
            <a:avLst>
              <a:gd name="adj" fmla="val 2500"/>
            </a:avLst>
          </a:prstGeom>
          <a:solidFill>
            <a:srgbClr val="22314E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09" name="Retângulo: Cantos Arredondados 208">
            <a:extLst>
              <a:ext uri="{FF2B5EF4-FFF2-40B4-BE49-F238E27FC236}">
                <a16:creationId xmlns:a16="http://schemas.microsoft.com/office/drawing/2014/main" id="{72D5ADC7-6BED-447C-A796-61BB98379A5D}"/>
              </a:ext>
            </a:extLst>
          </p:cNvPr>
          <p:cNvSpPr/>
          <p:nvPr/>
        </p:nvSpPr>
        <p:spPr>
          <a:xfrm>
            <a:off x="357539" y="1204727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0" name="Forma Livre: Forma 209">
            <a:extLst>
              <a:ext uri="{FF2B5EF4-FFF2-40B4-BE49-F238E27FC236}">
                <a16:creationId xmlns:a16="http://schemas.microsoft.com/office/drawing/2014/main" id="{52E9681C-A35C-4FE1-8053-18FFA98D6E59}"/>
              </a:ext>
            </a:extLst>
          </p:cNvPr>
          <p:cNvSpPr>
            <a:spLocks noChangeAspect="1"/>
          </p:cNvSpPr>
          <p:nvPr/>
        </p:nvSpPr>
        <p:spPr>
          <a:xfrm>
            <a:off x="478836" y="1320200"/>
            <a:ext cx="227974" cy="227985"/>
          </a:xfrm>
          <a:custGeom>
            <a:avLst/>
            <a:gdLst>
              <a:gd name="connsiteX0" fmla="*/ 1485790 w 3257782"/>
              <a:gd name="connsiteY0" fmla="*/ 0 h 3257942"/>
              <a:gd name="connsiteX1" fmla="*/ 3036304 w 3257782"/>
              <a:gd name="connsiteY1" fmla="*/ 221636 h 3257942"/>
              <a:gd name="connsiteX2" fmla="*/ 3257783 w 3257782"/>
              <a:gd name="connsiteY2" fmla="*/ 1772306 h 3257942"/>
              <a:gd name="connsiteX3" fmla="*/ 1818009 w 3257782"/>
              <a:gd name="connsiteY3" fmla="*/ 3212080 h 3257942"/>
              <a:gd name="connsiteX4" fmla="*/ 1596530 w 3257782"/>
              <a:gd name="connsiteY4" fmla="*/ 3212080 h 3257942"/>
              <a:gd name="connsiteX5" fmla="*/ 45860 w 3257782"/>
              <a:gd name="connsiteY5" fmla="*/ 1661410 h 3257942"/>
              <a:gd name="connsiteX6" fmla="*/ 45860 w 3257782"/>
              <a:gd name="connsiteY6" fmla="*/ 1439930 h 3257942"/>
              <a:gd name="connsiteX7" fmla="*/ 1485790 w 3257782"/>
              <a:gd name="connsiteY7" fmla="*/ 0 h 3257942"/>
              <a:gd name="connsiteX8" fmla="*/ 1596530 w 3257782"/>
              <a:gd name="connsiteY8" fmla="*/ 332376 h 3257942"/>
              <a:gd name="connsiteX9" fmla="*/ 378079 w 3257782"/>
              <a:gd name="connsiteY9" fmla="*/ 1550670 h 3257942"/>
              <a:gd name="connsiteX10" fmla="*/ 1707270 w 3257782"/>
              <a:gd name="connsiteY10" fmla="*/ 2879704 h 3257942"/>
              <a:gd name="connsiteX11" fmla="*/ 2925564 w 3257782"/>
              <a:gd name="connsiteY11" fmla="*/ 1661410 h 3257942"/>
              <a:gd name="connsiteX12" fmla="*/ 2759532 w 3257782"/>
              <a:gd name="connsiteY12" fmla="*/ 498407 h 3257942"/>
              <a:gd name="connsiteX13" fmla="*/ 1596530 w 3257782"/>
              <a:gd name="connsiteY13" fmla="*/ 332376 h 3257942"/>
              <a:gd name="connsiteX14" fmla="*/ 1928593 w 3257782"/>
              <a:gd name="connsiteY14" fmla="*/ 1329191 h 3257942"/>
              <a:gd name="connsiteX15" fmla="*/ 1928671 w 3257782"/>
              <a:gd name="connsiteY15" fmla="*/ 885996 h 3257942"/>
              <a:gd name="connsiteX16" fmla="*/ 2371865 w 3257782"/>
              <a:gd name="connsiteY16" fmla="*/ 886075 h 3257942"/>
              <a:gd name="connsiteX17" fmla="*/ 2371787 w 3257782"/>
              <a:gd name="connsiteY17" fmla="*/ 1329269 h 3257942"/>
              <a:gd name="connsiteX18" fmla="*/ 1928593 w 3257782"/>
              <a:gd name="connsiteY18" fmla="*/ 1329191 h 325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57782" h="3257942">
                <a:moveTo>
                  <a:pt x="1485790" y="0"/>
                </a:moveTo>
                <a:lnTo>
                  <a:pt x="3036304" y="221636"/>
                </a:lnTo>
                <a:lnTo>
                  <a:pt x="3257783" y="1772306"/>
                </a:lnTo>
                <a:lnTo>
                  <a:pt x="1818009" y="3212080"/>
                </a:lnTo>
                <a:cubicBezTo>
                  <a:pt x="1756844" y="3273230"/>
                  <a:pt x="1657695" y="3273230"/>
                  <a:pt x="1596530" y="3212080"/>
                </a:cubicBezTo>
                <a:lnTo>
                  <a:pt x="45860" y="1661410"/>
                </a:lnTo>
                <a:cubicBezTo>
                  <a:pt x="-15287" y="1600244"/>
                  <a:pt x="-15287" y="1501096"/>
                  <a:pt x="45860" y="1439930"/>
                </a:cubicBezTo>
                <a:lnTo>
                  <a:pt x="1485790" y="0"/>
                </a:lnTo>
                <a:close/>
                <a:moveTo>
                  <a:pt x="1596530" y="332376"/>
                </a:moveTo>
                <a:lnTo>
                  <a:pt x="378079" y="1550670"/>
                </a:lnTo>
                <a:lnTo>
                  <a:pt x="1707270" y="2879704"/>
                </a:lnTo>
                <a:lnTo>
                  <a:pt x="2925564" y="1661410"/>
                </a:lnTo>
                <a:lnTo>
                  <a:pt x="2759532" y="498407"/>
                </a:lnTo>
                <a:lnTo>
                  <a:pt x="1596530" y="332376"/>
                </a:lnTo>
                <a:close/>
                <a:moveTo>
                  <a:pt x="1928593" y="1329191"/>
                </a:moveTo>
                <a:cubicBezTo>
                  <a:pt x="1806231" y="1206785"/>
                  <a:pt x="1806262" y="1008360"/>
                  <a:pt x="1928671" y="885996"/>
                </a:cubicBezTo>
                <a:cubicBezTo>
                  <a:pt x="2051080" y="763633"/>
                  <a:pt x="2249503" y="763669"/>
                  <a:pt x="2371865" y="886075"/>
                </a:cubicBezTo>
                <a:cubicBezTo>
                  <a:pt x="2494227" y="1008481"/>
                  <a:pt x="2494196" y="1206905"/>
                  <a:pt x="2371787" y="1329269"/>
                </a:cubicBezTo>
                <a:cubicBezTo>
                  <a:pt x="2249378" y="1451631"/>
                  <a:pt x="2050955" y="1451600"/>
                  <a:pt x="1928593" y="1329191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213" name="Retângulo: Cantos Arredondados 212">
            <a:extLst>
              <a:ext uri="{FF2B5EF4-FFF2-40B4-BE49-F238E27FC236}">
                <a16:creationId xmlns:a16="http://schemas.microsoft.com/office/drawing/2014/main" id="{577028A1-B573-4B8C-B5C1-084B6DD0BE2B}"/>
              </a:ext>
            </a:extLst>
          </p:cNvPr>
          <p:cNvSpPr/>
          <p:nvPr/>
        </p:nvSpPr>
        <p:spPr>
          <a:xfrm>
            <a:off x="2752731" y="119043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4" name="Forma Livre: Forma 213">
            <a:extLst>
              <a:ext uri="{FF2B5EF4-FFF2-40B4-BE49-F238E27FC236}">
                <a16:creationId xmlns:a16="http://schemas.microsoft.com/office/drawing/2014/main" id="{A395EDD2-005B-4CEA-B671-B996F302B580}"/>
              </a:ext>
            </a:extLst>
          </p:cNvPr>
          <p:cNvSpPr>
            <a:spLocks noChangeAspect="1"/>
          </p:cNvSpPr>
          <p:nvPr/>
        </p:nvSpPr>
        <p:spPr>
          <a:xfrm>
            <a:off x="2864650" y="1291618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217" name="Retângulo: Cantos Arredondados 216">
            <a:extLst>
              <a:ext uri="{FF2B5EF4-FFF2-40B4-BE49-F238E27FC236}">
                <a16:creationId xmlns:a16="http://schemas.microsoft.com/office/drawing/2014/main" id="{23CCF158-0AFB-4327-8A26-4685F6B7ECF5}"/>
              </a:ext>
            </a:extLst>
          </p:cNvPr>
          <p:cNvSpPr/>
          <p:nvPr/>
        </p:nvSpPr>
        <p:spPr>
          <a:xfrm>
            <a:off x="5210921" y="1178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18" name="Forma Livre: Forma 217">
            <a:extLst>
              <a:ext uri="{FF2B5EF4-FFF2-40B4-BE49-F238E27FC236}">
                <a16:creationId xmlns:a16="http://schemas.microsoft.com/office/drawing/2014/main" id="{5919D232-1D54-4FAF-A67C-78497BF8E3AF}"/>
              </a:ext>
            </a:extLst>
          </p:cNvPr>
          <p:cNvSpPr>
            <a:spLocks noChangeAspect="1"/>
          </p:cNvSpPr>
          <p:nvPr/>
        </p:nvSpPr>
        <p:spPr>
          <a:xfrm>
            <a:off x="5314448" y="1305910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21" name="Retângulo: Cantos Arredondados 220">
            <a:extLst>
              <a:ext uri="{FF2B5EF4-FFF2-40B4-BE49-F238E27FC236}">
                <a16:creationId xmlns:a16="http://schemas.microsoft.com/office/drawing/2014/main" id="{25D4A9FF-5EFE-4A1D-AD91-F46ACDE2FAAF}"/>
              </a:ext>
            </a:extLst>
          </p:cNvPr>
          <p:cNvSpPr/>
          <p:nvPr/>
        </p:nvSpPr>
        <p:spPr>
          <a:xfrm>
            <a:off x="7568296" y="117204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2" name="Forma Livre: Forma 221">
            <a:extLst>
              <a:ext uri="{FF2B5EF4-FFF2-40B4-BE49-F238E27FC236}">
                <a16:creationId xmlns:a16="http://schemas.microsoft.com/office/drawing/2014/main" id="{6BAB2732-12AC-438F-AC79-2FCE45304802}"/>
              </a:ext>
            </a:extLst>
          </p:cNvPr>
          <p:cNvSpPr>
            <a:spLocks noChangeAspect="1"/>
          </p:cNvSpPr>
          <p:nvPr/>
        </p:nvSpPr>
        <p:spPr>
          <a:xfrm flipH="1">
            <a:off x="7666156" y="1300491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25" name="Retângulo: Cantos Arredondados 224">
            <a:extLst>
              <a:ext uri="{FF2B5EF4-FFF2-40B4-BE49-F238E27FC236}">
                <a16:creationId xmlns:a16="http://schemas.microsoft.com/office/drawing/2014/main" id="{B9C093B8-4EF1-4E2B-933E-11401E89861F}"/>
              </a:ext>
            </a:extLst>
          </p:cNvPr>
          <p:cNvSpPr/>
          <p:nvPr/>
        </p:nvSpPr>
        <p:spPr>
          <a:xfrm>
            <a:off x="9940135" y="1179860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6" name="Forma Livre: Forma 225">
            <a:extLst>
              <a:ext uri="{FF2B5EF4-FFF2-40B4-BE49-F238E27FC236}">
                <a16:creationId xmlns:a16="http://schemas.microsoft.com/office/drawing/2014/main" id="{79FD8F46-BD58-497C-B76D-A43BE0674048}"/>
              </a:ext>
            </a:extLst>
          </p:cNvPr>
          <p:cNvSpPr>
            <a:spLocks noChangeAspect="1"/>
          </p:cNvSpPr>
          <p:nvPr/>
        </p:nvSpPr>
        <p:spPr>
          <a:xfrm>
            <a:off x="10001868" y="1300490"/>
            <a:ext cx="352783" cy="256569"/>
          </a:xfrm>
          <a:custGeom>
            <a:avLst/>
            <a:gdLst>
              <a:gd name="connsiteX0" fmla="*/ 1722967 w 3445933"/>
              <a:gd name="connsiteY0" fmla="*/ 0 h 2506133"/>
              <a:gd name="connsiteX1" fmla="*/ 3445933 w 3445933"/>
              <a:gd name="connsiteY1" fmla="*/ 939800 h 2506133"/>
              <a:gd name="connsiteX2" fmla="*/ 3445933 w 3445933"/>
              <a:gd name="connsiteY2" fmla="*/ 1566333 h 2506133"/>
              <a:gd name="connsiteX3" fmla="*/ 1722967 w 3445933"/>
              <a:gd name="connsiteY3" fmla="*/ 2506133 h 2506133"/>
              <a:gd name="connsiteX4" fmla="*/ 783 w 3445933"/>
              <a:gd name="connsiteY4" fmla="*/ 1594058 h 2506133"/>
              <a:gd name="connsiteX5" fmla="*/ 0 w 3445933"/>
              <a:gd name="connsiteY5" fmla="*/ 1566333 h 2506133"/>
              <a:gd name="connsiteX6" fmla="*/ 0 w 3445933"/>
              <a:gd name="connsiteY6" fmla="*/ 939800 h 2506133"/>
              <a:gd name="connsiteX7" fmla="*/ 1722967 w 3445933"/>
              <a:gd name="connsiteY7" fmla="*/ 0 h 2506133"/>
              <a:gd name="connsiteX8" fmla="*/ 1722967 w 3445933"/>
              <a:gd name="connsiteY8" fmla="*/ 1879600 h 2506133"/>
              <a:gd name="connsiteX9" fmla="*/ 313267 w 3445933"/>
              <a:gd name="connsiteY9" fmla="*/ 1480185 h 2506133"/>
              <a:gd name="connsiteX10" fmla="*/ 313267 w 3445933"/>
              <a:gd name="connsiteY10" fmla="*/ 1566333 h 2506133"/>
              <a:gd name="connsiteX11" fmla="*/ 1722967 w 3445933"/>
              <a:gd name="connsiteY11" fmla="*/ 2192867 h 2506133"/>
              <a:gd name="connsiteX12" fmla="*/ 3131884 w 3445933"/>
              <a:gd name="connsiteY12" fmla="*/ 1584816 h 2506133"/>
              <a:gd name="connsiteX13" fmla="*/ 3132667 w 3445933"/>
              <a:gd name="connsiteY13" fmla="*/ 1566333 h 2506133"/>
              <a:gd name="connsiteX14" fmla="*/ 3132823 w 3445933"/>
              <a:gd name="connsiteY14" fmla="*/ 1480185 h 2506133"/>
              <a:gd name="connsiteX15" fmla="*/ 1722967 w 3445933"/>
              <a:gd name="connsiteY15" fmla="*/ 1879600 h 2506133"/>
              <a:gd name="connsiteX16" fmla="*/ 1722967 w 3445933"/>
              <a:gd name="connsiteY16" fmla="*/ 313267 h 2506133"/>
              <a:gd name="connsiteX17" fmla="*/ 313267 w 3445933"/>
              <a:gd name="connsiteY17" fmla="*/ 939800 h 2506133"/>
              <a:gd name="connsiteX18" fmla="*/ 1722967 w 3445933"/>
              <a:gd name="connsiteY18" fmla="*/ 1566333 h 2506133"/>
              <a:gd name="connsiteX19" fmla="*/ 3132667 w 3445933"/>
              <a:gd name="connsiteY19" fmla="*/ 939800 h 2506133"/>
              <a:gd name="connsiteX20" fmla="*/ 1722967 w 3445933"/>
              <a:gd name="connsiteY20" fmla="*/ 313267 h 250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5933" h="2506133">
                <a:moveTo>
                  <a:pt x="1722967" y="0"/>
                </a:moveTo>
                <a:cubicBezTo>
                  <a:pt x="2674514" y="0"/>
                  <a:pt x="3445933" y="420717"/>
                  <a:pt x="3445933" y="939800"/>
                </a:cubicBezTo>
                <a:lnTo>
                  <a:pt x="3445933" y="1566333"/>
                </a:lnTo>
                <a:cubicBezTo>
                  <a:pt x="3445933" y="2085416"/>
                  <a:pt x="2674514" y="2506133"/>
                  <a:pt x="1722967" y="2506133"/>
                </a:cubicBezTo>
                <a:cubicBezTo>
                  <a:pt x="788336" y="2506133"/>
                  <a:pt x="27567" y="2100297"/>
                  <a:pt x="783" y="1594058"/>
                </a:cubicBezTo>
                <a:lnTo>
                  <a:pt x="0" y="1566333"/>
                </a:lnTo>
                <a:lnTo>
                  <a:pt x="0" y="939800"/>
                </a:lnTo>
                <a:cubicBezTo>
                  <a:pt x="0" y="420717"/>
                  <a:pt x="771419" y="0"/>
                  <a:pt x="1722967" y="0"/>
                </a:cubicBezTo>
                <a:close/>
                <a:moveTo>
                  <a:pt x="1722967" y="1879600"/>
                </a:moveTo>
                <a:cubicBezTo>
                  <a:pt x="1140291" y="1879600"/>
                  <a:pt x="624967" y="1721870"/>
                  <a:pt x="313267" y="1480185"/>
                </a:cubicBezTo>
                <a:lnTo>
                  <a:pt x="313267" y="1566333"/>
                </a:lnTo>
                <a:cubicBezTo>
                  <a:pt x="313267" y="1861117"/>
                  <a:pt x="921474" y="2192867"/>
                  <a:pt x="1722967" y="2192867"/>
                </a:cubicBezTo>
                <a:cubicBezTo>
                  <a:pt x="2507700" y="2192867"/>
                  <a:pt x="3107292" y="1874901"/>
                  <a:pt x="3131884" y="1584816"/>
                </a:cubicBezTo>
                <a:lnTo>
                  <a:pt x="3132667" y="1566333"/>
                </a:lnTo>
                <a:lnTo>
                  <a:pt x="3132823" y="1480185"/>
                </a:lnTo>
                <a:cubicBezTo>
                  <a:pt x="2821123" y="1721714"/>
                  <a:pt x="2305799" y="1879600"/>
                  <a:pt x="1722967" y="1879600"/>
                </a:cubicBezTo>
                <a:close/>
                <a:moveTo>
                  <a:pt x="1722967" y="313267"/>
                </a:moveTo>
                <a:cubicBezTo>
                  <a:pt x="921474" y="313267"/>
                  <a:pt x="313267" y="645016"/>
                  <a:pt x="313267" y="939800"/>
                </a:cubicBezTo>
                <a:cubicBezTo>
                  <a:pt x="313267" y="1234584"/>
                  <a:pt x="921474" y="1566333"/>
                  <a:pt x="1722967" y="1566333"/>
                </a:cubicBezTo>
                <a:cubicBezTo>
                  <a:pt x="2524460" y="1566333"/>
                  <a:pt x="3132667" y="1234584"/>
                  <a:pt x="3132667" y="939800"/>
                </a:cubicBezTo>
                <a:cubicBezTo>
                  <a:pt x="3132667" y="645016"/>
                  <a:pt x="2524460" y="313267"/>
                  <a:pt x="1722967" y="313267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8DEFDC2D-5EB6-4F11-901A-D1D904414E12}"/>
              </a:ext>
            </a:extLst>
          </p:cNvPr>
          <p:cNvSpPr>
            <a:spLocks noChangeAspect="1"/>
          </p:cNvSpPr>
          <p:nvPr/>
        </p:nvSpPr>
        <p:spPr>
          <a:xfrm>
            <a:off x="1207941" y="191633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55B4D7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0852040-3C89-42A1-B629-5E21F519EF3C}"/>
              </a:ext>
            </a:extLst>
          </p:cNvPr>
          <p:cNvSpPr/>
          <p:nvPr/>
        </p:nvSpPr>
        <p:spPr>
          <a:xfrm>
            <a:off x="419232" y="205093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3C648E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656" name="Retângulo: Cantos Arredondados 655">
            <a:extLst>
              <a:ext uri="{FF2B5EF4-FFF2-40B4-BE49-F238E27FC236}">
                <a16:creationId xmlns:a16="http://schemas.microsoft.com/office/drawing/2014/main" id="{6689B1C9-8B74-4F57-946B-6BF58AC109FC}"/>
              </a:ext>
            </a:extLst>
          </p:cNvPr>
          <p:cNvSpPr/>
          <p:nvPr/>
        </p:nvSpPr>
        <p:spPr>
          <a:xfrm>
            <a:off x="11458575" y="8810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223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95BB43FF-2DEE-49EC-B3C2-7FEA13941C53}"/>
              </a:ext>
            </a:extLst>
          </p:cNvPr>
          <p:cNvSpPr>
            <a:spLocks noChangeAspect="1"/>
          </p:cNvSpPr>
          <p:nvPr/>
        </p:nvSpPr>
        <p:spPr>
          <a:xfrm>
            <a:off x="11562102" y="191633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72744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4A46B54-38C0-4D08-9FB1-82D365C64E78}"/>
              </a:ext>
            </a:extLst>
          </p:cNvPr>
          <p:cNvSpPr/>
          <p:nvPr/>
        </p:nvSpPr>
        <p:spPr>
          <a:xfrm>
            <a:off x="0" y="0"/>
            <a:ext cx="12192000" cy="6852897"/>
          </a:xfrm>
          <a:prstGeom prst="rect">
            <a:avLst/>
          </a:prstGeom>
          <a:solidFill>
            <a:srgbClr val="F6F4EB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" name="Retângulo: Cantos Arredondados 28">
            <a:extLst>
              <a:ext uri="{FF2B5EF4-FFF2-40B4-BE49-F238E27FC236}">
                <a16:creationId xmlns:a16="http://schemas.microsoft.com/office/drawing/2014/main" id="{86E3885B-1DE7-4B3D-89A4-93B06F237D6D}"/>
              </a:ext>
            </a:extLst>
          </p:cNvPr>
          <p:cNvSpPr/>
          <p:nvPr/>
        </p:nvSpPr>
        <p:spPr>
          <a:xfrm>
            <a:off x="0" y="0"/>
            <a:ext cx="12192000" cy="652463"/>
          </a:xfrm>
          <a:prstGeom prst="roundRect">
            <a:avLst>
              <a:gd name="adj" fmla="val 0"/>
            </a:avLst>
          </a:prstGeom>
          <a:solidFill>
            <a:srgbClr val="81AE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2B57181-D7A8-4F53-BF4B-6B3BA0E479DB}"/>
              </a:ext>
            </a:extLst>
          </p:cNvPr>
          <p:cNvSpPr/>
          <p:nvPr/>
        </p:nvSpPr>
        <p:spPr>
          <a:xfrm>
            <a:off x="200031" y="1939504"/>
            <a:ext cx="3810000" cy="2459182"/>
          </a:xfrm>
          <a:prstGeom prst="roundRect">
            <a:avLst>
              <a:gd name="adj" fmla="val 3873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191" name="Retângulo: Cantos Arredondados 190">
            <a:extLst>
              <a:ext uri="{FF2B5EF4-FFF2-40B4-BE49-F238E27FC236}">
                <a16:creationId xmlns:a16="http://schemas.microsoft.com/office/drawing/2014/main" id="{3C6DCB98-DBF9-49CD-B541-6647379912FE}"/>
              </a:ext>
            </a:extLst>
          </p:cNvPr>
          <p:cNvSpPr/>
          <p:nvPr/>
        </p:nvSpPr>
        <p:spPr>
          <a:xfrm>
            <a:off x="4210062" y="1953690"/>
            <a:ext cx="3810000" cy="2459182"/>
          </a:xfrm>
          <a:prstGeom prst="roundRect">
            <a:avLst>
              <a:gd name="adj" fmla="val 3873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193" name="Retângulo: Cantos Arredondados 192">
            <a:extLst>
              <a:ext uri="{FF2B5EF4-FFF2-40B4-BE49-F238E27FC236}">
                <a16:creationId xmlns:a16="http://schemas.microsoft.com/office/drawing/2014/main" id="{19577DE8-6A3C-480B-9F9F-9056891323E5}"/>
              </a:ext>
            </a:extLst>
          </p:cNvPr>
          <p:cNvSpPr/>
          <p:nvPr/>
        </p:nvSpPr>
        <p:spPr>
          <a:xfrm>
            <a:off x="190500" y="4581524"/>
            <a:ext cx="3810000" cy="2071383"/>
          </a:xfrm>
          <a:prstGeom prst="roundRect">
            <a:avLst>
              <a:gd name="adj" fmla="val 5204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195" name="Retângulo: Cantos Arredondados 194">
            <a:extLst>
              <a:ext uri="{FF2B5EF4-FFF2-40B4-BE49-F238E27FC236}">
                <a16:creationId xmlns:a16="http://schemas.microsoft.com/office/drawing/2014/main" id="{2B9CF4C9-9F49-43D2-84E3-F88D478A1817}"/>
              </a:ext>
            </a:extLst>
          </p:cNvPr>
          <p:cNvSpPr/>
          <p:nvPr/>
        </p:nvSpPr>
        <p:spPr>
          <a:xfrm>
            <a:off x="4200531" y="4581524"/>
            <a:ext cx="3800469" cy="2082946"/>
          </a:xfrm>
          <a:prstGeom prst="roundRect">
            <a:avLst>
              <a:gd name="adj" fmla="val 5286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196" name="Retângulo: Cantos Arredondados 195">
            <a:extLst>
              <a:ext uri="{FF2B5EF4-FFF2-40B4-BE49-F238E27FC236}">
                <a16:creationId xmlns:a16="http://schemas.microsoft.com/office/drawing/2014/main" id="{DEBA222D-2588-4D5F-A1C1-F11171573C58}"/>
              </a:ext>
            </a:extLst>
          </p:cNvPr>
          <p:cNvSpPr/>
          <p:nvPr/>
        </p:nvSpPr>
        <p:spPr>
          <a:xfrm>
            <a:off x="8191500" y="1937978"/>
            <a:ext cx="3800469" cy="4734285"/>
          </a:xfrm>
          <a:prstGeom prst="roundRect">
            <a:avLst>
              <a:gd name="adj" fmla="val 2500"/>
            </a:avLst>
          </a:prstGeom>
          <a:solidFill>
            <a:srgbClr val="81AEC6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8DEFDC2D-5EB6-4F11-901A-D1D904414E12}"/>
              </a:ext>
            </a:extLst>
          </p:cNvPr>
          <p:cNvSpPr>
            <a:spLocks noChangeAspect="1"/>
          </p:cNvSpPr>
          <p:nvPr/>
        </p:nvSpPr>
        <p:spPr>
          <a:xfrm>
            <a:off x="1073717" y="191633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213E70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0852040-3C89-42A1-B629-5E21F519EF3C}"/>
              </a:ext>
            </a:extLst>
          </p:cNvPr>
          <p:cNvSpPr/>
          <p:nvPr/>
        </p:nvSpPr>
        <p:spPr>
          <a:xfrm>
            <a:off x="285008" y="205093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213E70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8DE68BA5-F109-4C95-8DFB-DBA95AF5C1A0}"/>
              </a:ext>
            </a:extLst>
          </p:cNvPr>
          <p:cNvSpPr/>
          <p:nvPr/>
        </p:nvSpPr>
        <p:spPr>
          <a:xfrm>
            <a:off x="181311" y="835301"/>
            <a:ext cx="3792797" cy="921365"/>
          </a:xfrm>
          <a:prstGeom prst="roundRect">
            <a:avLst>
              <a:gd name="adj" fmla="val 7729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5F3BB3E-C0A8-49F0-B067-B2F182FE7C5F}"/>
              </a:ext>
            </a:extLst>
          </p:cNvPr>
          <p:cNvSpPr/>
          <p:nvPr/>
        </p:nvSpPr>
        <p:spPr>
          <a:xfrm>
            <a:off x="4191000" y="835301"/>
            <a:ext cx="2448000" cy="921365"/>
          </a:xfrm>
          <a:prstGeom prst="roundRect">
            <a:avLst>
              <a:gd name="adj" fmla="val 7729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4A1AFF4-B3D4-477F-8D2A-55586E556360}"/>
              </a:ext>
            </a:extLst>
          </p:cNvPr>
          <p:cNvSpPr/>
          <p:nvPr/>
        </p:nvSpPr>
        <p:spPr>
          <a:xfrm>
            <a:off x="6855892" y="835301"/>
            <a:ext cx="2448000" cy="935551"/>
          </a:xfrm>
          <a:prstGeom prst="roundRect">
            <a:avLst>
              <a:gd name="adj" fmla="val 7729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7C4DA8E-5A88-4641-8EAF-4E7916C22261}"/>
              </a:ext>
            </a:extLst>
          </p:cNvPr>
          <p:cNvSpPr/>
          <p:nvPr/>
        </p:nvSpPr>
        <p:spPr>
          <a:xfrm>
            <a:off x="9538002" y="835301"/>
            <a:ext cx="2448000" cy="935551"/>
          </a:xfrm>
          <a:prstGeom prst="roundRect">
            <a:avLst>
              <a:gd name="adj" fmla="val 7729"/>
            </a:avLst>
          </a:prstGeom>
          <a:solidFill>
            <a:srgbClr val="213E7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AF9B84C-A825-4794-99D5-1D877AE1407C}"/>
              </a:ext>
            </a:extLst>
          </p:cNvPr>
          <p:cNvSpPr/>
          <p:nvPr/>
        </p:nvSpPr>
        <p:spPr>
          <a:xfrm>
            <a:off x="3334980" y="1051355"/>
            <a:ext cx="513677" cy="513677"/>
          </a:xfrm>
          <a:prstGeom prst="ellipse">
            <a:avLst/>
          </a:prstGeom>
          <a:solidFill>
            <a:srgbClr val="9AC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9EA5048B-FD77-48F6-A9F1-94C52967AE3E}"/>
              </a:ext>
            </a:extLst>
          </p:cNvPr>
          <p:cNvSpPr/>
          <p:nvPr/>
        </p:nvSpPr>
        <p:spPr>
          <a:xfrm>
            <a:off x="6031919" y="1051355"/>
            <a:ext cx="513677" cy="513677"/>
          </a:xfrm>
          <a:prstGeom prst="ellipse">
            <a:avLst/>
          </a:prstGeom>
          <a:solidFill>
            <a:srgbClr val="9AC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1C6905D6-A28E-4D95-BF38-7C668E14B8F9}"/>
              </a:ext>
            </a:extLst>
          </p:cNvPr>
          <p:cNvSpPr/>
          <p:nvPr/>
        </p:nvSpPr>
        <p:spPr>
          <a:xfrm>
            <a:off x="8644984" y="1061678"/>
            <a:ext cx="513677" cy="513677"/>
          </a:xfrm>
          <a:prstGeom prst="ellipse">
            <a:avLst/>
          </a:prstGeom>
          <a:solidFill>
            <a:srgbClr val="9AC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9E6E0986-1FED-4AF4-9AA0-D898513D516A}"/>
              </a:ext>
            </a:extLst>
          </p:cNvPr>
          <p:cNvSpPr/>
          <p:nvPr/>
        </p:nvSpPr>
        <p:spPr>
          <a:xfrm>
            <a:off x="11380867" y="1061678"/>
            <a:ext cx="513677" cy="513677"/>
          </a:xfrm>
          <a:prstGeom prst="ellipse">
            <a:avLst/>
          </a:prstGeom>
          <a:solidFill>
            <a:srgbClr val="9AC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1FA4C866-4627-435E-A538-126F7A541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5812" y="1121008"/>
            <a:ext cx="330050" cy="348424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82B28095-6003-412C-AAC6-78DDE31A6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4252" y="1094952"/>
            <a:ext cx="215131" cy="400535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938031FA-6573-42DB-8927-ADD50AFB2C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5697" y="1134447"/>
            <a:ext cx="266119" cy="337259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1FBED8A0-4818-4E83-B7F4-72BFAC1144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55321" y="1143998"/>
            <a:ext cx="365814" cy="36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8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 44">
            <a:extLst>
              <a:ext uri="{FF2B5EF4-FFF2-40B4-BE49-F238E27FC236}">
                <a16:creationId xmlns:a16="http://schemas.microsoft.com/office/drawing/2014/main" id="{C696EE58-EBC5-4DD8-B4CC-36F01567B471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3FDA9DC-71B3-4021-820F-561478D56E43}"/>
              </a:ext>
            </a:extLst>
          </p:cNvPr>
          <p:cNvSpPr/>
          <p:nvPr/>
        </p:nvSpPr>
        <p:spPr>
          <a:xfrm>
            <a:off x="178593" y="862693"/>
            <a:ext cx="2221707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C7BAF0E-4EBE-4684-AABC-3E7510B7E880}"/>
              </a:ext>
            </a:extLst>
          </p:cNvPr>
          <p:cNvSpPr/>
          <p:nvPr/>
        </p:nvSpPr>
        <p:spPr>
          <a:xfrm>
            <a:off x="2618526" y="852488"/>
            <a:ext cx="2233614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A515622-866A-4E5F-8595-222684C6C48B}"/>
              </a:ext>
            </a:extLst>
          </p:cNvPr>
          <p:cNvSpPr/>
          <p:nvPr/>
        </p:nvSpPr>
        <p:spPr>
          <a:xfrm>
            <a:off x="5028354" y="852488"/>
            <a:ext cx="2172546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09AED28-EB2E-4E4F-A862-904A3EE5A2A4}"/>
              </a:ext>
            </a:extLst>
          </p:cNvPr>
          <p:cNvSpPr/>
          <p:nvPr/>
        </p:nvSpPr>
        <p:spPr>
          <a:xfrm>
            <a:off x="7391400" y="862693"/>
            <a:ext cx="2224086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37181B0B-01C3-47F4-ABCB-CCA579FE64C9}"/>
              </a:ext>
            </a:extLst>
          </p:cNvPr>
          <p:cNvSpPr/>
          <p:nvPr/>
        </p:nvSpPr>
        <p:spPr>
          <a:xfrm>
            <a:off x="9791700" y="852488"/>
            <a:ext cx="2221707" cy="11430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EF15CA3-6664-46A9-AC02-83550E426354}"/>
              </a:ext>
            </a:extLst>
          </p:cNvPr>
          <p:cNvSpPr/>
          <p:nvPr/>
        </p:nvSpPr>
        <p:spPr>
          <a:xfrm>
            <a:off x="0" y="0"/>
            <a:ext cx="12192000" cy="652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D36FC972-4856-452C-9BBE-18B16CF7DDAB}"/>
              </a:ext>
            </a:extLst>
          </p:cNvPr>
          <p:cNvSpPr/>
          <p:nvPr/>
        </p:nvSpPr>
        <p:spPr>
          <a:xfrm>
            <a:off x="190500" y="2194307"/>
            <a:ext cx="3810000" cy="2459182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2F094290-42A5-4849-98C5-6D6CACA51283}"/>
              </a:ext>
            </a:extLst>
          </p:cNvPr>
          <p:cNvSpPr/>
          <p:nvPr/>
        </p:nvSpPr>
        <p:spPr>
          <a:xfrm>
            <a:off x="4191000" y="2185308"/>
            <a:ext cx="3810000" cy="2459182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8592E83-790B-4FE5-817B-11E1F33E8DBF}"/>
              </a:ext>
            </a:extLst>
          </p:cNvPr>
          <p:cNvSpPr/>
          <p:nvPr/>
        </p:nvSpPr>
        <p:spPr>
          <a:xfrm>
            <a:off x="190500" y="4842103"/>
            <a:ext cx="3810000" cy="1830161"/>
          </a:xfrm>
          <a:prstGeom prst="roundRect">
            <a:avLst>
              <a:gd name="adj" fmla="val 5204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79BACE38-6D3E-4089-95E6-E870C04A2C42}"/>
              </a:ext>
            </a:extLst>
          </p:cNvPr>
          <p:cNvSpPr/>
          <p:nvPr/>
        </p:nvSpPr>
        <p:spPr>
          <a:xfrm>
            <a:off x="4200531" y="4824106"/>
            <a:ext cx="3800469" cy="1840364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53D3355A-462B-4B91-8CD1-97D6D0185622}"/>
              </a:ext>
            </a:extLst>
          </p:cNvPr>
          <p:cNvSpPr/>
          <p:nvPr/>
        </p:nvSpPr>
        <p:spPr>
          <a:xfrm>
            <a:off x="8191500" y="2185307"/>
            <a:ext cx="3810000" cy="4486956"/>
          </a:xfrm>
          <a:prstGeom prst="roundRect">
            <a:avLst>
              <a:gd name="adj" fmla="val 2500"/>
            </a:avLst>
          </a:prstGeom>
          <a:solidFill>
            <a:srgbClr val="D4ECF5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3770688-C72F-497B-B89A-EC23CBD88917}"/>
              </a:ext>
            </a:extLst>
          </p:cNvPr>
          <p:cNvSpPr/>
          <p:nvPr/>
        </p:nvSpPr>
        <p:spPr>
          <a:xfrm>
            <a:off x="357539" y="1204727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32F4E409-F947-4FB9-85F7-8889C85F07A2}"/>
              </a:ext>
            </a:extLst>
          </p:cNvPr>
          <p:cNvSpPr>
            <a:spLocks noChangeAspect="1"/>
          </p:cNvSpPr>
          <p:nvPr/>
        </p:nvSpPr>
        <p:spPr>
          <a:xfrm>
            <a:off x="478836" y="1320200"/>
            <a:ext cx="227974" cy="227985"/>
          </a:xfrm>
          <a:custGeom>
            <a:avLst/>
            <a:gdLst>
              <a:gd name="connsiteX0" fmla="*/ 1485790 w 3257782"/>
              <a:gd name="connsiteY0" fmla="*/ 0 h 3257942"/>
              <a:gd name="connsiteX1" fmla="*/ 3036304 w 3257782"/>
              <a:gd name="connsiteY1" fmla="*/ 221636 h 3257942"/>
              <a:gd name="connsiteX2" fmla="*/ 3257783 w 3257782"/>
              <a:gd name="connsiteY2" fmla="*/ 1772306 h 3257942"/>
              <a:gd name="connsiteX3" fmla="*/ 1818009 w 3257782"/>
              <a:gd name="connsiteY3" fmla="*/ 3212080 h 3257942"/>
              <a:gd name="connsiteX4" fmla="*/ 1596530 w 3257782"/>
              <a:gd name="connsiteY4" fmla="*/ 3212080 h 3257942"/>
              <a:gd name="connsiteX5" fmla="*/ 45860 w 3257782"/>
              <a:gd name="connsiteY5" fmla="*/ 1661410 h 3257942"/>
              <a:gd name="connsiteX6" fmla="*/ 45860 w 3257782"/>
              <a:gd name="connsiteY6" fmla="*/ 1439930 h 3257942"/>
              <a:gd name="connsiteX7" fmla="*/ 1485790 w 3257782"/>
              <a:gd name="connsiteY7" fmla="*/ 0 h 3257942"/>
              <a:gd name="connsiteX8" fmla="*/ 1596530 w 3257782"/>
              <a:gd name="connsiteY8" fmla="*/ 332376 h 3257942"/>
              <a:gd name="connsiteX9" fmla="*/ 378079 w 3257782"/>
              <a:gd name="connsiteY9" fmla="*/ 1550670 h 3257942"/>
              <a:gd name="connsiteX10" fmla="*/ 1707270 w 3257782"/>
              <a:gd name="connsiteY10" fmla="*/ 2879704 h 3257942"/>
              <a:gd name="connsiteX11" fmla="*/ 2925564 w 3257782"/>
              <a:gd name="connsiteY11" fmla="*/ 1661410 h 3257942"/>
              <a:gd name="connsiteX12" fmla="*/ 2759532 w 3257782"/>
              <a:gd name="connsiteY12" fmla="*/ 498407 h 3257942"/>
              <a:gd name="connsiteX13" fmla="*/ 1596530 w 3257782"/>
              <a:gd name="connsiteY13" fmla="*/ 332376 h 3257942"/>
              <a:gd name="connsiteX14" fmla="*/ 1928593 w 3257782"/>
              <a:gd name="connsiteY14" fmla="*/ 1329191 h 3257942"/>
              <a:gd name="connsiteX15" fmla="*/ 1928671 w 3257782"/>
              <a:gd name="connsiteY15" fmla="*/ 885996 h 3257942"/>
              <a:gd name="connsiteX16" fmla="*/ 2371865 w 3257782"/>
              <a:gd name="connsiteY16" fmla="*/ 886075 h 3257942"/>
              <a:gd name="connsiteX17" fmla="*/ 2371787 w 3257782"/>
              <a:gd name="connsiteY17" fmla="*/ 1329269 h 3257942"/>
              <a:gd name="connsiteX18" fmla="*/ 1928593 w 3257782"/>
              <a:gd name="connsiteY18" fmla="*/ 1329191 h 325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57782" h="3257942">
                <a:moveTo>
                  <a:pt x="1485790" y="0"/>
                </a:moveTo>
                <a:lnTo>
                  <a:pt x="3036304" y="221636"/>
                </a:lnTo>
                <a:lnTo>
                  <a:pt x="3257783" y="1772306"/>
                </a:lnTo>
                <a:lnTo>
                  <a:pt x="1818009" y="3212080"/>
                </a:lnTo>
                <a:cubicBezTo>
                  <a:pt x="1756844" y="3273230"/>
                  <a:pt x="1657695" y="3273230"/>
                  <a:pt x="1596530" y="3212080"/>
                </a:cubicBezTo>
                <a:lnTo>
                  <a:pt x="45860" y="1661410"/>
                </a:lnTo>
                <a:cubicBezTo>
                  <a:pt x="-15287" y="1600244"/>
                  <a:pt x="-15287" y="1501096"/>
                  <a:pt x="45860" y="1439930"/>
                </a:cubicBezTo>
                <a:lnTo>
                  <a:pt x="1485790" y="0"/>
                </a:lnTo>
                <a:close/>
                <a:moveTo>
                  <a:pt x="1596530" y="332376"/>
                </a:moveTo>
                <a:lnTo>
                  <a:pt x="378079" y="1550670"/>
                </a:lnTo>
                <a:lnTo>
                  <a:pt x="1707270" y="2879704"/>
                </a:lnTo>
                <a:lnTo>
                  <a:pt x="2925564" y="1661410"/>
                </a:lnTo>
                <a:lnTo>
                  <a:pt x="2759532" y="498407"/>
                </a:lnTo>
                <a:lnTo>
                  <a:pt x="1596530" y="332376"/>
                </a:lnTo>
                <a:close/>
                <a:moveTo>
                  <a:pt x="1928593" y="1329191"/>
                </a:moveTo>
                <a:cubicBezTo>
                  <a:pt x="1806231" y="1206785"/>
                  <a:pt x="1806262" y="1008360"/>
                  <a:pt x="1928671" y="885996"/>
                </a:cubicBezTo>
                <a:cubicBezTo>
                  <a:pt x="2051080" y="763633"/>
                  <a:pt x="2249503" y="763669"/>
                  <a:pt x="2371865" y="886075"/>
                </a:cubicBezTo>
                <a:cubicBezTo>
                  <a:pt x="2494227" y="1008481"/>
                  <a:pt x="2494196" y="1206905"/>
                  <a:pt x="2371787" y="1329269"/>
                </a:cubicBezTo>
                <a:cubicBezTo>
                  <a:pt x="2249378" y="1451631"/>
                  <a:pt x="2050955" y="1451600"/>
                  <a:pt x="1928593" y="1329191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4CC0B74-54DD-478A-BEF2-825B0BD1083C}"/>
              </a:ext>
            </a:extLst>
          </p:cNvPr>
          <p:cNvSpPr/>
          <p:nvPr/>
        </p:nvSpPr>
        <p:spPr>
          <a:xfrm>
            <a:off x="2752731" y="119043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07B53A52-C404-44EF-86DB-1C06BC170052}"/>
              </a:ext>
            </a:extLst>
          </p:cNvPr>
          <p:cNvSpPr>
            <a:spLocks noChangeAspect="1"/>
          </p:cNvSpPr>
          <p:nvPr/>
        </p:nvSpPr>
        <p:spPr>
          <a:xfrm>
            <a:off x="2864650" y="1291618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37276121-3AD7-4F72-851D-ADF8DCBF92D7}"/>
              </a:ext>
            </a:extLst>
          </p:cNvPr>
          <p:cNvSpPr/>
          <p:nvPr/>
        </p:nvSpPr>
        <p:spPr>
          <a:xfrm>
            <a:off x="5210921" y="1178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10790BA4-4E2D-4610-801C-2484B6364FA3}"/>
              </a:ext>
            </a:extLst>
          </p:cNvPr>
          <p:cNvSpPr>
            <a:spLocks noChangeAspect="1"/>
          </p:cNvSpPr>
          <p:nvPr/>
        </p:nvSpPr>
        <p:spPr>
          <a:xfrm>
            <a:off x="5314448" y="1305910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A6E35C82-8F45-49C7-9039-39A63B71F94E}"/>
              </a:ext>
            </a:extLst>
          </p:cNvPr>
          <p:cNvSpPr/>
          <p:nvPr/>
        </p:nvSpPr>
        <p:spPr>
          <a:xfrm>
            <a:off x="7568296" y="117204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263FF7AD-FC7C-4D85-9472-FC99ADD81481}"/>
              </a:ext>
            </a:extLst>
          </p:cNvPr>
          <p:cNvSpPr>
            <a:spLocks noChangeAspect="1"/>
          </p:cNvSpPr>
          <p:nvPr/>
        </p:nvSpPr>
        <p:spPr>
          <a:xfrm flipH="1">
            <a:off x="7666156" y="1300491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3F165270-AFAA-424F-A0D0-C66C09CF6495}"/>
              </a:ext>
            </a:extLst>
          </p:cNvPr>
          <p:cNvSpPr/>
          <p:nvPr/>
        </p:nvSpPr>
        <p:spPr>
          <a:xfrm>
            <a:off x="9940135" y="1179860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DB49680B-1B26-43B2-A0D2-B9ABEA149C02}"/>
              </a:ext>
            </a:extLst>
          </p:cNvPr>
          <p:cNvSpPr>
            <a:spLocks noChangeAspect="1"/>
          </p:cNvSpPr>
          <p:nvPr/>
        </p:nvSpPr>
        <p:spPr>
          <a:xfrm>
            <a:off x="10001868" y="1300490"/>
            <a:ext cx="352783" cy="256569"/>
          </a:xfrm>
          <a:custGeom>
            <a:avLst/>
            <a:gdLst>
              <a:gd name="connsiteX0" fmla="*/ 1722967 w 3445933"/>
              <a:gd name="connsiteY0" fmla="*/ 0 h 2506133"/>
              <a:gd name="connsiteX1" fmla="*/ 3445933 w 3445933"/>
              <a:gd name="connsiteY1" fmla="*/ 939800 h 2506133"/>
              <a:gd name="connsiteX2" fmla="*/ 3445933 w 3445933"/>
              <a:gd name="connsiteY2" fmla="*/ 1566333 h 2506133"/>
              <a:gd name="connsiteX3" fmla="*/ 1722967 w 3445933"/>
              <a:gd name="connsiteY3" fmla="*/ 2506133 h 2506133"/>
              <a:gd name="connsiteX4" fmla="*/ 783 w 3445933"/>
              <a:gd name="connsiteY4" fmla="*/ 1594058 h 2506133"/>
              <a:gd name="connsiteX5" fmla="*/ 0 w 3445933"/>
              <a:gd name="connsiteY5" fmla="*/ 1566333 h 2506133"/>
              <a:gd name="connsiteX6" fmla="*/ 0 w 3445933"/>
              <a:gd name="connsiteY6" fmla="*/ 939800 h 2506133"/>
              <a:gd name="connsiteX7" fmla="*/ 1722967 w 3445933"/>
              <a:gd name="connsiteY7" fmla="*/ 0 h 2506133"/>
              <a:gd name="connsiteX8" fmla="*/ 1722967 w 3445933"/>
              <a:gd name="connsiteY8" fmla="*/ 1879600 h 2506133"/>
              <a:gd name="connsiteX9" fmla="*/ 313267 w 3445933"/>
              <a:gd name="connsiteY9" fmla="*/ 1480185 h 2506133"/>
              <a:gd name="connsiteX10" fmla="*/ 313267 w 3445933"/>
              <a:gd name="connsiteY10" fmla="*/ 1566333 h 2506133"/>
              <a:gd name="connsiteX11" fmla="*/ 1722967 w 3445933"/>
              <a:gd name="connsiteY11" fmla="*/ 2192867 h 2506133"/>
              <a:gd name="connsiteX12" fmla="*/ 3131884 w 3445933"/>
              <a:gd name="connsiteY12" fmla="*/ 1584816 h 2506133"/>
              <a:gd name="connsiteX13" fmla="*/ 3132667 w 3445933"/>
              <a:gd name="connsiteY13" fmla="*/ 1566333 h 2506133"/>
              <a:gd name="connsiteX14" fmla="*/ 3132823 w 3445933"/>
              <a:gd name="connsiteY14" fmla="*/ 1480185 h 2506133"/>
              <a:gd name="connsiteX15" fmla="*/ 1722967 w 3445933"/>
              <a:gd name="connsiteY15" fmla="*/ 1879600 h 2506133"/>
              <a:gd name="connsiteX16" fmla="*/ 1722967 w 3445933"/>
              <a:gd name="connsiteY16" fmla="*/ 313267 h 2506133"/>
              <a:gd name="connsiteX17" fmla="*/ 313267 w 3445933"/>
              <a:gd name="connsiteY17" fmla="*/ 939800 h 2506133"/>
              <a:gd name="connsiteX18" fmla="*/ 1722967 w 3445933"/>
              <a:gd name="connsiteY18" fmla="*/ 1566333 h 2506133"/>
              <a:gd name="connsiteX19" fmla="*/ 3132667 w 3445933"/>
              <a:gd name="connsiteY19" fmla="*/ 939800 h 2506133"/>
              <a:gd name="connsiteX20" fmla="*/ 1722967 w 3445933"/>
              <a:gd name="connsiteY20" fmla="*/ 313267 h 250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5933" h="2506133">
                <a:moveTo>
                  <a:pt x="1722967" y="0"/>
                </a:moveTo>
                <a:cubicBezTo>
                  <a:pt x="2674514" y="0"/>
                  <a:pt x="3445933" y="420717"/>
                  <a:pt x="3445933" y="939800"/>
                </a:cubicBezTo>
                <a:lnTo>
                  <a:pt x="3445933" y="1566333"/>
                </a:lnTo>
                <a:cubicBezTo>
                  <a:pt x="3445933" y="2085416"/>
                  <a:pt x="2674514" y="2506133"/>
                  <a:pt x="1722967" y="2506133"/>
                </a:cubicBezTo>
                <a:cubicBezTo>
                  <a:pt x="788336" y="2506133"/>
                  <a:pt x="27567" y="2100297"/>
                  <a:pt x="783" y="1594058"/>
                </a:cubicBezTo>
                <a:lnTo>
                  <a:pt x="0" y="1566333"/>
                </a:lnTo>
                <a:lnTo>
                  <a:pt x="0" y="939800"/>
                </a:lnTo>
                <a:cubicBezTo>
                  <a:pt x="0" y="420717"/>
                  <a:pt x="771419" y="0"/>
                  <a:pt x="1722967" y="0"/>
                </a:cubicBezTo>
                <a:close/>
                <a:moveTo>
                  <a:pt x="1722967" y="1879600"/>
                </a:moveTo>
                <a:cubicBezTo>
                  <a:pt x="1140291" y="1879600"/>
                  <a:pt x="624967" y="1721870"/>
                  <a:pt x="313267" y="1480185"/>
                </a:cubicBezTo>
                <a:lnTo>
                  <a:pt x="313267" y="1566333"/>
                </a:lnTo>
                <a:cubicBezTo>
                  <a:pt x="313267" y="1861117"/>
                  <a:pt x="921474" y="2192867"/>
                  <a:pt x="1722967" y="2192867"/>
                </a:cubicBezTo>
                <a:cubicBezTo>
                  <a:pt x="2507700" y="2192867"/>
                  <a:pt x="3107292" y="1874901"/>
                  <a:pt x="3131884" y="1584816"/>
                </a:cubicBezTo>
                <a:lnTo>
                  <a:pt x="3132667" y="1566333"/>
                </a:lnTo>
                <a:lnTo>
                  <a:pt x="3132823" y="1480185"/>
                </a:lnTo>
                <a:cubicBezTo>
                  <a:pt x="2821123" y="1721714"/>
                  <a:pt x="2305799" y="1879600"/>
                  <a:pt x="1722967" y="1879600"/>
                </a:cubicBezTo>
                <a:close/>
                <a:moveTo>
                  <a:pt x="1722967" y="313267"/>
                </a:moveTo>
                <a:cubicBezTo>
                  <a:pt x="921474" y="313267"/>
                  <a:pt x="313267" y="645016"/>
                  <a:pt x="313267" y="939800"/>
                </a:cubicBezTo>
                <a:cubicBezTo>
                  <a:pt x="313267" y="1234584"/>
                  <a:pt x="921474" y="1566333"/>
                  <a:pt x="1722967" y="1566333"/>
                </a:cubicBezTo>
                <a:cubicBezTo>
                  <a:pt x="2524460" y="1566333"/>
                  <a:pt x="3132667" y="1234584"/>
                  <a:pt x="3132667" y="939800"/>
                </a:cubicBezTo>
                <a:cubicBezTo>
                  <a:pt x="3132667" y="645016"/>
                  <a:pt x="2524460" y="313267"/>
                  <a:pt x="1722967" y="313267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2CB95752-9B83-4054-9280-6AB437EBE6C3}"/>
              </a:ext>
            </a:extLst>
          </p:cNvPr>
          <p:cNvSpPr>
            <a:spLocks noChangeAspect="1"/>
          </p:cNvSpPr>
          <p:nvPr/>
        </p:nvSpPr>
        <p:spPr>
          <a:xfrm>
            <a:off x="777505" y="191633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55B4D7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324C15E3-2F7C-409E-800B-234AD0A06610}"/>
              </a:ext>
            </a:extLst>
          </p:cNvPr>
          <p:cNvSpPr>
            <a:spLocks noChangeAspect="1"/>
          </p:cNvSpPr>
          <p:nvPr/>
        </p:nvSpPr>
        <p:spPr>
          <a:xfrm>
            <a:off x="1220307" y="186553"/>
            <a:ext cx="269196" cy="279357"/>
          </a:xfrm>
          <a:custGeom>
            <a:avLst/>
            <a:gdLst>
              <a:gd name="connsiteX0" fmla="*/ 172750 w 3404832"/>
              <a:gd name="connsiteY0" fmla="*/ 2649852 h 3533346"/>
              <a:gd name="connsiteX1" fmla="*/ 0 w 3404832"/>
              <a:gd name="connsiteY1" fmla="*/ 2238997 h 3533346"/>
              <a:gd name="connsiteX2" fmla="*/ 232096 w 3404832"/>
              <a:gd name="connsiteY2" fmla="*/ 1526448 h 3533346"/>
              <a:gd name="connsiteX3" fmla="*/ 353 w 3404832"/>
              <a:gd name="connsiteY3" fmla="*/ 1294525 h 3533346"/>
              <a:gd name="connsiteX4" fmla="*/ 442119 w 3404832"/>
              <a:gd name="connsiteY4" fmla="*/ 528455 h 3533346"/>
              <a:gd name="connsiteX5" fmla="*/ 1175225 w 3404832"/>
              <a:gd name="connsiteY5" fmla="*/ 373021 h 3533346"/>
              <a:gd name="connsiteX6" fmla="*/ 1260120 w 3404832"/>
              <a:gd name="connsiteY6" fmla="*/ 56131 h 3533346"/>
              <a:gd name="connsiteX7" fmla="*/ 2144536 w 3404832"/>
              <a:gd name="connsiteY7" fmla="*/ 56484 h 3533346"/>
              <a:gd name="connsiteX8" fmla="*/ 2645899 w 3404832"/>
              <a:gd name="connsiteY8" fmla="*/ 613470 h 3533346"/>
              <a:gd name="connsiteX9" fmla="*/ 2962713 w 3404832"/>
              <a:gd name="connsiteY9" fmla="*/ 528455 h 3533346"/>
              <a:gd name="connsiteX10" fmla="*/ 3232083 w 3404832"/>
              <a:gd name="connsiteY10" fmla="*/ 883493 h 3533346"/>
              <a:gd name="connsiteX11" fmla="*/ 3404833 w 3404832"/>
              <a:gd name="connsiteY11" fmla="*/ 1294348 h 3533346"/>
              <a:gd name="connsiteX12" fmla="*/ 3172733 w 3404832"/>
              <a:gd name="connsiteY12" fmla="*/ 2006897 h 3533346"/>
              <a:gd name="connsiteX13" fmla="*/ 3404479 w 3404832"/>
              <a:gd name="connsiteY13" fmla="*/ 2238820 h 3533346"/>
              <a:gd name="connsiteX14" fmla="*/ 2962713 w 3404832"/>
              <a:gd name="connsiteY14" fmla="*/ 3004890 h 3533346"/>
              <a:gd name="connsiteX15" fmla="*/ 2229604 w 3404832"/>
              <a:gd name="connsiteY15" fmla="*/ 3160329 h 3533346"/>
              <a:gd name="connsiteX16" fmla="*/ 2144712 w 3404832"/>
              <a:gd name="connsiteY16" fmla="*/ 3477214 h 3533346"/>
              <a:gd name="connsiteX17" fmla="*/ 1260297 w 3404832"/>
              <a:gd name="connsiteY17" fmla="*/ 3476860 h 3533346"/>
              <a:gd name="connsiteX18" fmla="*/ 758926 w 3404832"/>
              <a:gd name="connsiteY18" fmla="*/ 2919875 h 3533346"/>
              <a:gd name="connsiteX19" fmla="*/ 442119 w 3404832"/>
              <a:gd name="connsiteY19" fmla="*/ 3004890 h 3533346"/>
              <a:gd name="connsiteX20" fmla="*/ 172750 w 3404832"/>
              <a:gd name="connsiteY20" fmla="*/ 2649852 h 3533346"/>
              <a:gd name="connsiteX21" fmla="*/ 1172509 w 3404832"/>
              <a:gd name="connsiteY21" fmla="*/ 2684472 h 3533346"/>
              <a:gd name="connsiteX22" fmla="*/ 1569939 w 3404832"/>
              <a:gd name="connsiteY22" fmla="*/ 3173753 h 3533346"/>
              <a:gd name="connsiteX23" fmla="*/ 1834716 w 3404832"/>
              <a:gd name="connsiteY23" fmla="*/ 3173930 h 3533346"/>
              <a:gd name="connsiteX24" fmla="*/ 2232324 w 3404832"/>
              <a:gd name="connsiteY24" fmla="*/ 2684649 h 3533346"/>
              <a:gd name="connsiteX25" fmla="*/ 2854965 w 3404832"/>
              <a:gd name="connsiteY25" fmla="*/ 2584850 h 3533346"/>
              <a:gd name="connsiteX26" fmla="*/ 2987089 w 3404832"/>
              <a:gd name="connsiteY26" fmla="*/ 2355576 h 3533346"/>
              <a:gd name="connsiteX27" fmla="*/ 2762231 w 3404832"/>
              <a:gd name="connsiteY27" fmla="*/ 1766672 h 3533346"/>
              <a:gd name="connsiteX28" fmla="*/ 2987089 w 3404832"/>
              <a:gd name="connsiteY28" fmla="*/ 1177768 h 3533346"/>
              <a:gd name="connsiteX29" fmla="*/ 2854612 w 3404832"/>
              <a:gd name="connsiteY29" fmla="*/ 948495 h 3533346"/>
              <a:gd name="connsiteX30" fmla="*/ 2232324 w 3404832"/>
              <a:gd name="connsiteY30" fmla="*/ 848872 h 3533346"/>
              <a:gd name="connsiteX31" fmla="*/ 1834893 w 3404832"/>
              <a:gd name="connsiteY31" fmla="*/ 359591 h 3533346"/>
              <a:gd name="connsiteX32" fmla="*/ 1570116 w 3404832"/>
              <a:gd name="connsiteY32" fmla="*/ 359415 h 3533346"/>
              <a:gd name="connsiteX33" fmla="*/ 1172509 w 3404832"/>
              <a:gd name="connsiteY33" fmla="*/ 848696 h 3533346"/>
              <a:gd name="connsiteX34" fmla="*/ 549867 w 3404832"/>
              <a:gd name="connsiteY34" fmla="*/ 948495 h 3533346"/>
              <a:gd name="connsiteX35" fmla="*/ 417744 w 3404832"/>
              <a:gd name="connsiteY35" fmla="*/ 1177768 h 3533346"/>
              <a:gd name="connsiteX36" fmla="*/ 642601 w 3404832"/>
              <a:gd name="connsiteY36" fmla="*/ 1766672 h 3533346"/>
              <a:gd name="connsiteX37" fmla="*/ 417744 w 3404832"/>
              <a:gd name="connsiteY37" fmla="*/ 2355576 h 3533346"/>
              <a:gd name="connsiteX38" fmla="*/ 550221 w 3404832"/>
              <a:gd name="connsiteY38" fmla="*/ 2584850 h 3533346"/>
              <a:gd name="connsiteX39" fmla="*/ 1172509 w 3404832"/>
              <a:gd name="connsiteY39" fmla="*/ 2684472 h 3533346"/>
              <a:gd name="connsiteX40" fmla="*/ 1702416 w 3404832"/>
              <a:gd name="connsiteY40" fmla="*/ 2296580 h 3533346"/>
              <a:gd name="connsiteX41" fmla="*/ 1172509 w 3404832"/>
              <a:gd name="connsiteY41" fmla="*/ 1766672 h 3533346"/>
              <a:gd name="connsiteX42" fmla="*/ 1702416 w 3404832"/>
              <a:gd name="connsiteY42" fmla="*/ 1236765 h 3533346"/>
              <a:gd name="connsiteX43" fmla="*/ 2232324 w 3404832"/>
              <a:gd name="connsiteY43" fmla="*/ 1766672 h 3533346"/>
              <a:gd name="connsiteX44" fmla="*/ 1702416 w 3404832"/>
              <a:gd name="connsiteY44" fmla="*/ 2296580 h 3533346"/>
              <a:gd name="connsiteX45" fmla="*/ 1702416 w 3404832"/>
              <a:gd name="connsiteY45" fmla="*/ 1943308 h 3533346"/>
              <a:gd name="connsiteX46" fmla="*/ 1879052 w 3404832"/>
              <a:gd name="connsiteY46" fmla="*/ 1766672 h 3533346"/>
              <a:gd name="connsiteX47" fmla="*/ 1702416 w 3404832"/>
              <a:gd name="connsiteY47" fmla="*/ 1590036 h 3533346"/>
              <a:gd name="connsiteX48" fmla="*/ 1525780 w 3404832"/>
              <a:gd name="connsiteY48" fmla="*/ 1766672 h 3533346"/>
              <a:gd name="connsiteX49" fmla="*/ 1702416 w 3404832"/>
              <a:gd name="connsiteY49" fmla="*/ 1943308 h 35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404832" h="3533346">
                <a:moveTo>
                  <a:pt x="172750" y="2649852"/>
                </a:moveTo>
                <a:cubicBezTo>
                  <a:pt x="98081" y="2520731"/>
                  <a:pt x="40036" y="2382690"/>
                  <a:pt x="0" y="2238997"/>
                </a:cubicBezTo>
                <a:cubicBezTo>
                  <a:pt x="260858" y="2106325"/>
                  <a:pt x="364771" y="1787303"/>
                  <a:pt x="232096" y="1526448"/>
                </a:cubicBezTo>
                <a:cubicBezTo>
                  <a:pt x="181306" y="1426578"/>
                  <a:pt x="100175" y="1345389"/>
                  <a:pt x="353" y="1294525"/>
                </a:cubicBezTo>
                <a:cubicBezTo>
                  <a:pt x="80200" y="1005812"/>
                  <a:pt x="232228" y="742176"/>
                  <a:pt x="442119" y="528455"/>
                </a:cubicBezTo>
                <a:cubicBezTo>
                  <a:pt x="687483" y="687975"/>
                  <a:pt x="1015706" y="618386"/>
                  <a:pt x="1175225" y="373021"/>
                </a:cubicBezTo>
                <a:cubicBezTo>
                  <a:pt x="1236333" y="279031"/>
                  <a:pt x="1266055" y="168083"/>
                  <a:pt x="1260120" y="56131"/>
                </a:cubicBezTo>
                <a:cubicBezTo>
                  <a:pt x="1550174" y="-18830"/>
                  <a:pt x="1854535" y="-18708"/>
                  <a:pt x="2144536" y="56484"/>
                </a:cubicBezTo>
                <a:cubicBezTo>
                  <a:pt x="2129186" y="348740"/>
                  <a:pt x="2353655" y="598111"/>
                  <a:pt x="2645899" y="613470"/>
                </a:cubicBezTo>
                <a:cubicBezTo>
                  <a:pt x="2757833" y="619352"/>
                  <a:pt x="2868760" y="589587"/>
                  <a:pt x="2962713" y="528455"/>
                </a:cubicBezTo>
                <a:cubicBezTo>
                  <a:pt x="3064985" y="632670"/>
                  <a:pt x="3155776" y="751193"/>
                  <a:pt x="3232083" y="883493"/>
                </a:cubicBezTo>
                <a:cubicBezTo>
                  <a:pt x="3308566" y="1015793"/>
                  <a:pt x="3365796" y="1153746"/>
                  <a:pt x="3404833" y="1294348"/>
                </a:cubicBezTo>
                <a:cubicBezTo>
                  <a:pt x="3143977" y="1427019"/>
                  <a:pt x="3040062" y="1746041"/>
                  <a:pt x="3172733" y="2006897"/>
                </a:cubicBezTo>
                <a:cubicBezTo>
                  <a:pt x="3223534" y="2106767"/>
                  <a:pt x="3304662" y="2187949"/>
                  <a:pt x="3404479" y="2238820"/>
                </a:cubicBezTo>
                <a:cubicBezTo>
                  <a:pt x="3324640" y="2527531"/>
                  <a:pt x="3172609" y="2791160"/>
                  <a:pt x="2962713" y="3004890"/>
                </a:cubicBezTo>
                <a:cubicBezTo>
                  <a:pt x="2717348" y="2845370"/>
                  <a:pt x="2389123" y="2914964"/>
                  <a:pt x="2229604" y="3160329"/>
                </a:cubicBezTo>
                <a:cubicBezTo>
                  <a:pt x="2168505" y="3254317"/>
                  <a:pt x="2138777" y="3365262"/>
                  <a:pt x="2144712" y="3477214"/>
                </a:cubicBezTo>
                <a:cubicBezTo>
                  <a:pt x="1854659" y="3552178"/>
                  <a:pt x="1550297" y="3552054"/>
                  <a:pt x="1260297" y="3476860"/>
                </a:cubicBezTo>
                <a:cubicBezTo>
                  <a:pt x="1275655" y="3184599"/>
                  <a:pt x="1051183" y="2935242"/>
                  <a:pt x="758926" y="2919875"/>
                </a:cubicBezTo>
                <a:cubicBezTo>
                  <a:pt x="646991" y="2913993"/>
                  <a:pt x="536072" y="2943756"/>
                  <a:pt x="442119" y="3004890"/>
                </a:cubicBezTo>
                <a:cubicBezTo>
                  <a:pt x="337726" y="2898361"/>
                  <a:pt x="247218" y="2779078"/>
                  <a:pt x="172750" y="2649852"/>
                </a:cubicBezTo>
                <a:close/>
                <a:moveTo>
                  <a:pt x="1172509" y="2684472"/>
                </a:moveTo>
                <a:cubicBezTo>
                  <a:pt x="1360732" y="2793033"/>
                  <a:pt x="1502253" y="2967266"/>
                  <a:pt x="1569939" y="3173753"/>
                </a:cubicBezTo>
                <a:cubicBezTo>
                  <a:pt x="1658081" y="3182055"/>
                  <a:pt x="1746575" y="3182232"/>
                  <a:pt x="1834716" y="3173930"/>
                </a:cubicBezTo>
                <a:cubicBezTo>
                  <a:pt x="1902439" y="2967425"/>
                  <a:pt x="2044030" y="2793174"/>
                  <a:pt x="2232324" y="2684649"/>
                </a:cubicBezTo>
                <a:cubicBezTo>
                  <a:pt x="2420476" y="2575788"/>
                  <a:pt x="2642207" y="2540249"/>
                  <a:pt x="2854965" y="2584850"/>
                </a:cubicBezTo>
                <a:cubicBezTo>
                  <a:pt x="2906190" y="2512782"/>
                  <a:pt x="2950349" y="2435945"/>
                  <a:pt x="2987089" y="2355576"/>
                </a:cubicBezTo>
                <a:cubicBezTo>
                  <a:pt x="2842141" y="2193672"/>
                  <a:pt x="2762072" y="1983970"/>
                  <a:pt x="2762231" y="1766672"/>
                </a:cubicBezTo>
                <a:cubicBezTo>
                  <a:pt x="2762231" y="1544111"/>
                  <a:pt x="2845250" y="1336211"/>
                  <a:pt x="2987089" y="1177768"/>
                </a:cubicBezTo>
                <a:cubicBezTo>
                  <a:pt x="2950083" y="1097426"/>
                  <a:pt x="2905748" y="1020674"/>
                  <a:pt x="2854612" y="948495"/>
                </a:cubicBezTo>
                <a:cubicBezTo>
                  <a:pt x="2641995" y="993062"/>
                  <a:pt x="2420406" y="957588"/>
                  <a:pt x="2232324" y="848872"/>
                </a:cubicBezTo>
                <a:cubicBezTo>
                  <a:pt x="2044101" y="740307"/>
                  <a:pt x="1902580" y="566075"/>
                  <a:pt x="1834893" y="359591"/>
                </a:cubicBezTo>
                <a:cubicBezTo>
                  <a:pt x="1746752" y="351289"/>
                  <a:pt x="1658257" y="351113"/>
                  <a:pt x="1570116" y="359415"/>
                </a:cubicBezTo>
                <a:cubicBezTo>
                  <a:pt x="1502394" y="565928"/>
                  <a:pt x="1360803" y="740164"/>
                  <a:pt x="1172509" y="848696"/>
                </a:cubicBezTo>
                <a:cubicBezTo>
                  <a:pt x="984353" y="957558"/>
                  <a:pt x="762622" y="993099"/>
                  <a:pt x="549867" y="948495"/>
                </a:cubicBezTo>
                <a:cubicBezTo>
                  <a:pt x="498744" y="1020614"/>
                  <a:pt x="454507" y="1097374"/>
                  <a:pt x="417744" y="1177768"/>
                </a:cubicBezTo>
                <a:cubicBezTo>
                  <a:pt x="562686" y="1339666"/>
                  <a:pt x="642757" y="1549375"/>
                  <a:pt x="642601" y="1766672"/>
                </a:cubicBezTo>
                <a:cubicBezTo>
                  <a:pt x="642601" y="1989233"/>
                  <a:pt x="559582" y="2197134"/>
                  <a:pt x="417744" y="2355576"/>
                </a:cubicBezTo>
                <a:cubicBezTo>
                  <a:pt x="454744" y="2435928"/>
                  <a:pt x="499092" y="2512676"/>
                  <a:pt x="550221" y="2584850"/>
                </a:cubicBezTo>
                <a:cubicBezTo>
                  <a:pt x="762841" y="2540284"/>
                  <a:pt x="984429" y="2575753"/>
                  <a:pt x="1172509" y="2684472"/>
                </a:cubicBezTo>
                <a:close/>
                <a:moveTo>
                  <a:pt x="1702416" y="2296580"/>
                </a:moveTo>
                <a:cubicBezTo>
                  <a:pt x="1409748" y="2296580"/>
                  <a:pt x="1172509" y="2059340"/>
                  <a:pt x="1172509" y="1766672"/>
                </a:cubicBezTo>
                <a:cubicBezTo>
                  <a:pt x="1172509" y="1474004"/>
                  <a:pt x="1409748" y="1236765"/>
                  <a:pt x="1702416" y="1236765"/>
                </a:cubicBezTo>
                <a:cubicBezTo>
                  <a:pt x="1995084" y="1236765"/>
                  <a:pt x="2232324" y="1474004"/>
                  <a:pt x="2232324" y="1766672"/>
                </a:cubicBezTo>
                <a:cubicBezTo>
                  <a:pt x="2232324" y="2059340"/>
                  <a:pt x="1995084" y="2296580"/>
                  <a:pt x="1702416" y="2296580"/>
                </a:cubicBezTo>
                <a:close/>
                <a:moveTo>
                  <a:pt x="1702416" y="1943308"/>
                </a:moveTo>
                <a:cubicBezTo>
                  <a:pt x="1799972" y="1943308"/>
                  <a:pt x="1879052" y="1864228"/>
                  <a:pt x="1879052" y="1766672"/>
                </a:cubicBezTo>
                <a:cubicBezTo>
                  <a:pt x="1879052" y="1669116"/>
                  <a:pt x="1799972" y="1590036"/>
                  <a:pt x="1702416" y="1590036"/>
                </a:cubicBezTo>
                <a:cubicBezTo>
                  <a:pt x="1604860" y="1590036"/>
                  <a:pt x="1525780" y="1669116"/>
                  <a:pt x="1525780" y="1766672"/>
                </a:cubicBezTo>
                <a:cubicBezTo>
                  <a:pt x="1525780" y="1864228"/>
                  <a:pt x="1604860" y="1943308"/>
                  <a:pt x="1702416" y="1943308"/>
                </a:cubicBezTo>
                <a:close/>
              </a:path>
            </a:pathLst>
          </a:custGeom>
          <a:solidFill>
            <a:srgbClr val="A5B4C8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CAC31E91-819A-487B-84BB-D0F702A5E704}"/>
              </a:ext>
            </a:extLst>
          </p:cNvPr>
          <p:cNvSpPr/>
          <p:nvPr/>
        </p:nvSpPr>
        <p:spPr>
          <a:xfrm>
            <a:off x="343199" y="205093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A5B4C8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68A7EC2A-383F-49FA-B366-E24CC27439C0}"/>
              </a:ext>
            </a:extLst>
          </p:cNvPr>
          <p:cNvSpPr/>
          <p:nvPr/>
        </p:nvSpPr>
        <p:spPr>
          <a:xfrm>
            <a:off x="10658475" y="8810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B9362E3B-3BA5-494A-B497-F09EB5E3DD79}"/>
              </a:ext>
            </a:extLst>
          </p:cNvPr>
          <p:cNvSpPr/>
          <p:nvPr/>
        </p:nvSpPr>
        <p:spPr>
          <a:xfrm>
            <a:off x="11458575" y="8810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A93038AC-B3E2-444D-B07F-88203597E94B}"/>
              </a:ext>
            </a:extLst>
          </p:cNvPr>
          <p:cNvSpPr>
            <a:spLocks noChangeAspect="1"/>
          </p:cNvSpPr>
          <p:nvPr/>
        </p:nvSpPr>
        <p:spPr>
          <a:xfrm>
            <a:off x="11562102" y="191633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9BC5EB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073791E3-F4BA-45F0-A90D-A0D4E2893832}"/>
              </a:ext>
            </a:extLst>
          </p:cNvPr>
          <p:cNvSpPr>
            <a:spLocks noChangeAspect="1"/>
          </p:cNvSpPr>
          <p:nvPr/>
        </p:nvSpPr>
        <p:spPr>
          <a:xfrm>
            <a:off x="10762002" y="191633"/>
            <a:ext cx="269196" cy="269196"/>
          </a:xfrm>
          <a:custGeom>
            <a:avLst/>
            <a:gdLst>
              <a:gd name="connsiteX0" fmla="*/ 1918758 w 3837516"/>
              <a:gd name="connsiteY0" fmla="*/ 3837517 h 3837516"/>
              <a:gd name="connsiteX1" fmla="*/ 0 w 3837516"/>
              <a:gd name="connsiteY1" fmla="*/ 1918758 h 3837516"/>
              <a:gd name="connsiteX2" fmla="*/ 1918758 w 3837516"/>
              <a:gd name="connsiteY2" fmla="*/ 0 h 3837516"/>
              <a:gd name="connsiteX3" fmla="*/ 3837517 w 3837516"/>
              <a:gd name="connsiteY3" fmla="*/ 1918758 h 3837516"/>
              <a:gd name="connsiteX4" fmla="*/ 1918758 w 3837516"/>
              <a:gd name="connsiteY4" fmla="*/ 3837517 h 3837516"/>
              <a:gd name="connsiteX5" fmla="*/ 1479363 w 3837516"/>
              <a:gd name="connsiteY5" fmla="*/ 3389870 h 3837516"/>
              <a:gd name="connsiteX6" fmla="*/ 1156436 w 3837516"/>
              <a:gd name="connsiteY6" fmla="*/ 2110634 h 3837516"/>
              <a:gd name="connsiteX7" fmla="*/ 395648 w 3837516"/>
              <a:gd name="connsiteY7" fmla="*/ 2110634 h 3837516"/>
              <a:gd name="connsiteX8" fmla="*/ 1479363 w 3837516"/>
              <a:gd name="connsiteY8" fmla="*/ 3389870 h 3837516"/>
              <a:gd name="connsiteX9" fmla="*/ 1540763 w 3837516"/>
              <a:gd name="connsiteY9" fmla="*/ 2110634 h 3837516"/>
              <a:gd name="connsiteX10" fmla="*/ 1918758 w 3837516"/>
              <a:gd name="connsiteY10" fmla="*/ 3406180 h 3837516"/>
              <a:gd name="connsiteX11" fmla="*/ 2296754 w 3837516"/>
              <a:gd name="connsiteY11" fmla="*/ 2110634 h 3837516"/>
              <a:gd name="connsiteX12" fmla="*/ 1540763 w 3837516"/>
              <a:gd name="connsiteY12" fmla="*/ 2110634 h 3837516"/>
              <a:gd name="connsiteX13" fmla="*/ 3441869 w 3837516"/>
              <a:gd name="connsiteY13" fmla="*/ 2110634 h 3837516"/>
              <a:gd name="connsiteX14" fmla="*/ 2681081 w 3837516"/>
              <a:gd name="connsiteY14" fmla="*/ 2110634 h 3837516"/>
              <a:gd name="connsiteX15" fmla="*/ 2358154 w 3837516"/>
              <a:gd name="connsiteY15" fmla="*/ 3389870 h 3837516"/>
              <a:gd name="connsiteX16" fmla="*/ 3441869 w 3837516"/>
              <a:gd name="connsiteY16" fmla="*/ 2110634 h 3837516"/>
              <a:gd name="connsiteX17" fmla="*/ 395648 w 3837516"/>
              <a:gd name="connsiteY17" fmla="*/ 1726883 h 3837516"/>
              <a:gd name="connsiteX18" fmla="*/ 1156436 w 3837516"/>
              <a:gd name="connsiteY18" fmla="*/ 1726883 h 3837516"/>
              <a:gd name="connsiteX19" fmla="*/ 1479363 w 3837516"/>
              <a:gd name="connsiteY19" fmla="*/ 447646 h 3837516"/>
              <a:gd name="connsiteX20" fmla="*/ 395648 w 3837516"/>
              <a:gd name="connsiteY20" fmla="*/ 1726883 h 3837516"/>
              <a:gd name="connsiteX21" fmla="*/ 1540955 w 3837516"/>
              <a:gd name="connsiteY21" fmla="*/ 1726883 h 3837516"/>
              <a:gd name="connsiteX22" fmla="*/ 2296562 w 3837516"/>
              <a:gd name="connsiteY22" fmla="*/ 1726883 h 3837516"/>
              <a:gd name="connsiteX23" fmla="*/ 1918758 w 3837516"/>
              <a:gd name="connsiteY23" fmla="*/ 431337 h 3837516"/>
              <a:gd name="connsiteX24" fmla="*/ 1540763 w 3837516"/>
              <a:gd name="connsiteY24" fmla="*/ 1726883 h 3837516"/>
              <a:gd name="connsiteX25" fmla="*/ 2358154 w 3837516"/>
              <a:gd name="connsiteY25" fmla="*/ 447646 h 3837516"/>
              <a:gd name="connsiteX26" fmla="*/ 2681081 w 3837516"/>
              <a:gd name="connsiteY26" fmla="*/ 1726883 h 3837516"/>
              <a:gd name="connsiteX27" fmla="*/ 3441869 w 3837516"/>
              <a:gd name="connsiteY27" fmla="*/ 1726883 h 3837516"/>
              <a:gd name="connsiteX28" fmla="*/ 2358154 w 3837516"/>
              <a:gd name="connsiteY28" fmla="*/ 447646 h 383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37516" h="3837516">
                <a:moveTo>
                  <a:pt x="1918758" y="3837517"/>
                </a:moveTo>
                <a:cubicBezTo>
                  <a:pt x="859028" y="3837517"/>
                  <a:pt x="0" y="2978489"/>
                  <a:pt x="0" y="1918758"/>
                </a:cubicBezTo>
                <a:cubicBezTo>
                  <a:pt x="0" y="859028"/>
                  <a:pt x="859028" y="0"/>
                  <a:pt x="1918758" y="0"/>
                </a:cubicBezTo>
                <a:cubicBezTo>
                  <a:pt x="2978489" y="0"/>
                  <a:pt x="3837517" y="859028"/>
                  <a:pt x="3837517" y="1918758"/>
                </a:cubicBezTo>
                <a:cubicBezTo>
                  <a:pt x="3837517" y="2978489"/>
                  <a:pt x="2978489" y="3837517"/>
                  <a:pt x="1918758" y="3837517"/>
                </a:cubicBezTo>
                <a:close/>
                <a:moveTo>
                  <a:pt x="1479363" y="3389870"/>
                </a:moveTo>
                <a:cubicBezTo>
                  <a:pt x="1290060" y="2988332"/>
                  <a:pt x="1180395" y="2553906"/>
                  <a:pt x="1156436" y="2110634"/>
                </a:cubicBezTo>
                <a:lnTo>
                  <a:pt x="395648" y="2110634"/>
                </a:lnTo>
                <a:cubicBezTo>
                  <a:pt x="471930" y="2713930"/>
                  <a:pt x="896818" y="3215475"/>
                  <a:pt x="1479363" y="3389870"/>
                </a:cubicBezTo>
                <a:close/>
                <a:moveTo>
                  <a:pt x="1540763" y="2110634"/>
                </a:moveTo>
                <a:cubicBezTo>
                  <a:pt x="1569736" y="2578619"/>
                  <a:pt x="1703474" y="3018207"/>
                  <a:pt x="1918758" y="3406180"/>
                </a:cubicBezTo>
                <a:cubicBezTo>
                  <a:pt x="2139857" y="3007961"/>
                  <a:pt x="2269009" y="2565284"/>
                  <a:pt x="2296754" y="2110634"/>
                </a:cubicBezTo>
                <a:lnTo>
                  <a:pt x="1540763" y="2110634"/>
                </a:lnTo>
                <a:close/>
                <a:moveTo>
                  <a:pt x="3441869" y="2110634"/>
                </a:moveTo>
                <a:lnTo>
                  <a:pt x="2681081" y="2110634"/>
                </a:lnTo>
                <a:cubicBezTo>
                  <a:pt x="2657116" y="2553906"/>
                  <a:pt x="2547459" y="2988332"/>
                  <a:pt x="2358154" y="3389870"/>
                </a:cubicBezTo>
                <a:cubicBezTo>
                  <a:pt x="2940689" y="3215475"/>
                  <a:pt x="3365579" y="2713930"/>
                  <a:pt x="3441869" y="2110634"/>
                </a:cubicBezTo>
                <a:close/>
                <a:moveTo>
                  <a:pt x="395648" y="1726883"/>
                </a:moveTo>
                <a:lnTo>
                  <a:pt x="1156436" y="1726883"/>
                </a:lnTo>
                <a:cubicBezTo>
                  <a:pt x="1180395" y="1283609"/>
                  <a:pt x="1290062" y="849183"/>
                  <a:pt x="1479363" y="447646"/>
                </a:cubicBezTo>
                <a:cubicBezTo>
                  <a:pt x="896818" y="622050"/>
                  <a:pt x="471930" y="1123596"/>
                  <a:pt x="395648" y="1726883"/>
                </a:cubicBezTo>
                <a:close/>
                <a:moveTo>
                  <a:pt x="1540955" y="1726883"/>
                </a:moveTo>
                <a:lnTo>
                  <a:pt x="2296562" y="1726883"/>
                </a:lnTo>
                <a:cubicBezTo>
                  <a:pt x="2268893" y="1272252"/>
                  <a:pt x="2139800" y="829581"/>
                  <a:pt x="1918758" y="431337"/>
                </a:cubicBezTo>
                <a:cubicBezTo>
                  <a:pt x="1697660" y="829566"/>
                  <a:pt x="1568508" y="1272237"/>
                  <a:pt x="1540763" y="1726883"/>
                </a:cubicBezTo>
                <a:close/>
                <a:moveTo>
                  <a:pt x="2358154" y="447646"/>
                </a:moveTo>
                <a:cubicBezTo>
                  <a:pt x="2547459" y="849183"/>
                  <a:pt x="2657116" y="1283609"/>
                  <a:pt x="2681081" y="1726883"/>
                </a:cubicBezTo>
                <a:lnTo>
                  <a:pt x="3441869" y="1726883"/>
                </a:lnTo>
                <a:cubicBezTo>
                  <a:pt x="3365579" y="1123596"/>
                  <a:pt x="2940689" y="622050"/>
                  <a:pt x="2358154" y="447646"/>
                </a:cubicBezTo>
                <a:close/>
              </a:path>
            </a:pathLst>
          </a:custGeom>
          <a:solidFill>
            <a:srgbClr val="9BC5EB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289752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4A46B54-38C0-4D08-9FB1-82D365C64E78}"/>
              </a:ext>
            </a:extLst>
          </p:cNvPr>
          <p:cNvSpPr/>
          <p:nvPr/>
        </p:nvSpPr>
        <p:spPr>
          <a:xfrm>
            <a:off x="0" y="0"/>
            <a:ext cx="12192000" cy="6852897"/>
          </a:xfrm>
          <a:prstGeom prst="rect">
            <a:avLst/>
          </a:prstGeom>
          <a:gradFill flip="none" rotWithShape="1">
            <a:gsLst>
              <a:gs pos="0">
                <a:srgbClr val="311E4B"/>
              </a:gs>
              <a:gs pos="100000">
                <a:srgbClr val="0E0C1E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3" name="Retângulo: Cantos Arredondados 22">
            <a:extLst>
              <a:ext uri="{FF2B5EF4-FFF2-40B4-BE49-F238E27FC236}">
                <a16:creationId xmlns:a16="http://schemas.microsoft.com/office/drawing/2014/main" id="{BB673FC8-D312-4DDA-9066-0432C891F72B}"/>
              </a:ext>
            </a:extLst>
          </p:cNvPr>
          <p:cNvSpPr/>
          <p:nvPr/>
        </p:nvSpPr>
        <p:spPr>
          <a:xfrm>
            <a:off x="174900" y="5656541"/>
            <a:ext cx="2221707" cy="957053"/>
          </a:xfrm>
          <a:prstGeom prst="roundRect">
            <a:avLst>
              <a:gd name="adj" fmla="val 8333"/>
            </a:avLst>
          </a:prstGeom>
          <a:solidFill>
            <a:srgbClr val="3D0F5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4" name="Retângulo: Cantos Arredondados 22">
            <a:extLst>
              <a:ext uri="{FF2B5EF4-FFF2-40B4-BE49-F238E27FC236}">
                <a16:creationId xmlns:a16="http://schemas.microsoft.com/office/drawing/2014/main" id="{2691653E-7F53-431B-B020-21DB17B30363}"/>
              </a:ext>
            </a:extLst>
          </p:cNvPr>
          <p:cNvSpPr/>
          <p:nvPr/>
        </p:nvSpPr>
        <p:spPr>
          <a:xfrm>
            <a:off x="174900" y="4465347"/>
            <a:ext cx="2221707" cy="957053"/>
          </a:xfrm>
          <a:prstGeom prst="roundRect">
            <a:avLst>
              <a:gd name="adj" fmla="val 8333"/>
            </a:avLst>
          </a:prstGeom>
          <a:solidFill>
            <a:srgbClr val="3D0F5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5" name="Retângulo: Cantos Arredondados 22">
            <a:extLst>
              <a:ext uri="{FF2B5EF4-FFF2-40B4-BE49-F238E27FC236}">
                <a16:creationId xmlns:a16="http://schemas.microsoft.com/office/drawing/2014/main" id="{CBD32EF7-D2FA-4DAE-B6CB-CD6D42984611}"/>
              </a:ext>
            </a:extLst>
          </p:cNvPr>
          <p:cNvSpPr/>
          <p:nvPr/>
        </p:nvSpPr>
        <p:spPr>
          <a:xfrm>
            <a:off x="180014" y="3274153"/>
            <a:ext cx="2221707" cy="957053"/>
          </a:xfrm>
          <a:prstGeom prst="roundRect">
            <a:avLst>
              <a:gd name="adj" fmla="val 8333"/>
            </a:avLst>
          </a:prstGeom>
          <a:solidFill>
            <a:srgbClr val="3D0F5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6" name="Retângulo: Cantos Arredondados 22">
            <a:extLst>
              <a:ext uri="{FF2B5EF4-FFF2-40B4-BE49-F238E27FC236}">
                <a16:creationId xmlns:a16="http://schemas.microsoft.com/office/drawing/2014/main" id="{962B7091-5DA8-4DAB-B39E-674612EAD1A9}"/>
              </a:ext>
            </a:extLst>
          </p:cNvPr>
          <p:cNvSpPr/>
          <p:nvPr/>
        </p:nvSpPr>
        <p:spPr>
          <a:xfrm>
            <a:off x="174900" y="2082959"/>
            <a:ext cx="2221707" cy="957053"/>
          </a:xfrm>
          <a:prstGeom prst="roundRect">
            <a:avLst>
              <a:gd name="adj" fmla="val 8333"/>
            </a:avLst>
          </a:prstGeom>
          <a:solidFill>
            <a:srgbClr val="3D0F5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7" name="Retângulo: Cantos Arredondados 22">
            <a:extLst>
              <a:ext uri="{FF2B5EF4-FFF2-40B4-BE49-F238E27FC236}">
                <a16:creationId xmlns:a16="http://schemas.microsoft.com/office/drawing/2014/main" id="{4024AD9E-85DB-451D-B599-3F64B7CB5A85}"/>
              </a:ext>
            </a:extLst>
          </p:cNvPr>
          <p:cNvSpPr/>
          <p:nvPr/>
        </p:nvSpPr>
        <p:spPr>
          <a:xfrm>
            <a:off x="166227" y="891765"/>
            <a:ext cx="2221707" cy="957053"/>
          </a:xfrm>
          <a:prstGeom prst="roundRect">
            <a:avLst>
              <a:gd name="adj" fmla="val 8333"/>
            </a:avLst>
          </a:prstGeom>
          <a:solidFill>
            <a:srgbClr val="3D0F5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" name="Retângulo: Cantos Arredondados 28">
            <a:extLst>
              <a:ext uri="{FF2B5EF4-FFF2-40B4-BE49-F238E27FC236}">
                <a16:creationId xmlns:a16="http://schemas.microsoft.com/office/drawing/2014/main" id="{86E3885B-1DE7-4B3D-89A4-93B06F237D6D}"/>
              </a:ext>
            </a:extLst>
          </p:cNvPr>
          <p:cNvSpPr/>
          <p:nvPr/>
        </p:nvSpPr>
        <p:spPr>
          <a:xfrm>
            <a:off x="0" y="0"/>
            <a:ext cx="12192000" cy="652463"/>
          </a:xfrm>
          <a:prstGeom prst="roundRect">
            <a:avLst>
              <a:gd name="adj" fmla="val 50000"/>
            </a:avLst>
          </a:prstGeom>
          <a:solidFill>
            <a:srgbClr val="282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A9B8488-ED0B-445D-8E19-323436F4D02D}"/>
              </a:ext>
            </a:extLst>
          </p:cNvPr>
          <p:cNvSpPr/>
          <p:nvPr/>
        </p:nvSpPr>
        <p:spPr>
          <a:xfrm>
            <a:off x="6585536" y="891764"/>
            <a:ext cx="2272714" cy="2148247"/>
          </a:xfrm>
          <a:prstGeom prst="roundRect">
            <a:avLst>
              <a:gd name="adj" fmla="val 8333"/>
            </a:avLst>
          </a:prstGeom>
          <a:solidFill>
            <a:srgbClr val="282D3C">
              <a:alpha val="50000"/>
            </a:srgb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1" name="Retângulo: Cantos Arredondados 190">
            <a:extLst>
              <a:ext uri="{FF2B5EF4-FFF2-40B4-BE49-F238E27FC236}">
                <a16:creationId xmlns:a16="http://schemas.microsoft.com/office/drawing/2014/main" id="{3C6DCB98-DBF9-49CD-B541-6647379912FE}"/>
              </a:ext>
            </a:extLst>
          </p:cNvPr>
          <p:cNvSpPr/>
          <p:nvPr/>
        </p:nvSpPr>
        <p:spPr>
          <a:xfrm>
            <a:off x="2581735" y="891765"/>
            <a:ext cx="3810000" cy="2148247"/>
          </a:xfrm>
          <a:prstGeom prst="roundRect">
            <a:avLst>
              <a:gd name="adj" fmla="val 8750"/>
            </a:avLst>
          </a:prstGeom>
          <a:solidFill>
            <a:srgbClr val="282D3C">
              <a:alpha val="50000"/>
            </a:srgb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3" name="Retângulo: Cantos Arredondados 192">
            <a:extLst>
              <a:ext uri="{FF2B5EF4-FFF2-40B4-BE49-F238E27FC236}">
                <a16:creationId xmlns:a16="http://schemas.microsoft.com/office/drawing/2014/main" id="{19577DE8-6A3C-480B-9F9F-9056891323E5}"/>
              </a:ext>
            </a:extLst>
          </p:cNvPr>
          <p:cNvSpPr/>
          <p:nvPr/>
        </p:nvSpPr>
        <p:spPr>
          <a:xfrm>
            <a:off x="9052051" y="891764"/>
            <a:ext cx="2965049" cy="5721829"/>
          </a:xfrm>
          <a:prstGeom prst="roundRect">
            <a:avLst>
              <a:gd name="adj" fmla="val 5204"/>
            </a:avLst>
          </a:prstGeom>
          <a:solidFill>
            <a:srgbClr val="282D3C">
              <a:alpha val="50000"/>
            </a:srgb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5" name="Retângulo: Cantos Arredondados 194">
            <a:extLst>
              <a:ext uri="{FF2B5EF4-FFF2-40B4-BE49-F238E27FC236}">
                <a16:creationId xmlns:a16="http://schemas.microsoft.com/office/drawing/2014/main" id="{2B9CF4C9-9F49-43D2-84E3-F88D478A1817}"/>
              </a:ext>
            </a:extLst>
          </p:cNvPr>
          <p:cNvSpPr/>
          <p:nvPr/>
        </p:nvSpPr>
        <p:spPr>
          <a:xfrm>
            <a:off x="2571507" y="3282368"/>
            <a:ext cx="3800469" cy="3331225"/>
          </a:xfrm>
          <a:prstGeom prst="roundRect">
            <a:avLst>
              <a:gd name="adj" fmla="val 5286"/>
            </a:avLst>
          </a:prstGeom>
          <a:solidFill>
            <a:srgbClr val="282D3C">
              <a:alpha val="50000"/>
            </a:srgb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8DEFDC2D-5EB6-4F11-901A-D1D904414E12}"/>
              </a:ext>
            </a:extLst>
          </p:cNvPr>
          <p:cNvSpPr>
            <a:spLocks noChangeAspect="1"/>
          </p:cNvSpPr>
          <p:nvPr/>
        </p:nvSpPr>
        <p:spPr>
          <a:xfrm>
            <a:off x="5956115" y="191633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7B8F00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CE66F381-3785-4B2A-802C-334CCC0E50C6}"/>
              </a:ext>
            </a:extLst>
          </p:cNvPr>
          <p:cNvSpPr>
            <a:spLocks noChangeAspect="1"/>
          </p:cNvSpPr>
          <p:nvPr/>
        </p:nvSpPr>
        <p:spPr>
          <a:xfrm>
            <a:off x="6753320" y="186553"/>
            <a:ext cx="269196" cy="279357"/>
          </a:xfrm>
          <a:custGeom>
            <a:avLst/>
            <a:gdLst>
              <a:gd name="connsiteX0" fmla="*/ 172750 w 3404832"/>
              <a:gd name="connsiteY0" fmla="*/ 2649852 h 3533346"/>
              <a:gd name="connsiteX1" fmla="*/ 0 w 3404832"/>
              <a:gd name="connsiteY1" fmla="*/ 2238997 h 3533346"/>
              <a:gd name="connsiteX2" fmla="*/ 232096 w 3404832"/>
              <a:gd name="connsiteY2" fmla="*/ 1526448 h 3533346"/>
              <a:gd name="connsiteX3" fmla="*/ 353 w 3404832"/>
              <a:gd name="connsiteY3" fmla="*/ 1294525 h 3533346"/>
              <a:gd name="connsiteX4" fmla="*/ 442119 w 3404832"/>
              <a:gd name="connsiteY4" fmla="*/ 528455 h 3533346"/>
              <a:gd name="connsiteX5" fmla="*/ 1175225 w 3404832"/>
              <a:gd name="connsiteY5" fmla="*/ 373021 h 3533346"/>
              <a:gd name="connsiteX6" fmla="*/ 1260120 w 3404832"/>
              <a:gd name="connsiteY6" fmla="*/ 56131 h 3533346"/>
              <a:gd name="connsiteX7" fmla="*/ 2144536 w 3404832"/>
              <a:gd name="connsiteY7" fmla="*/ 56484 h 3533346"/>
              <a:gd name="connsiteX8" fmla="*/ 2645899 w 3404832"/>
              <a:gd name="connsiteY8" fmla="*/ 613470 h 3533346"/>
              <a:gd name="connsiteX9" fmla="*/ 2962713 w 3404832"/>
              <a:gd name="connsiteY9" fmla="*/ 528455 h 3533346"/>
              <a:gd name="connsiteX10" fmla="*/ 3232083 w 3404832"/>
              <a:gd name="connsiteY10" fmla="*/ 883493 h 3533346"/>
              <a:gd name="connsiteX11" fmla="*/ 3404833 w 3404832"/>
              <a:gd name="connsiteY11" fmla="*/ 1294348 h 3533346"/>
              <a:gd name="connsiteX12" fmla="*/ 3172733 w 3404832"/>
              <a:gd name="connsiteY12" fmla="*/ 2006897 h 3533346"/>
              <a:gd name="connsiteX13" fmla="*/ 3404479 w 3404832"/>
              <a:gd name="connsiteY13" fmla="*/ 2238820 h 3533346"/>
              <a:gd name="connsiteX14" fmla="*/ 2962713 w 3404832"/>
              <a:gd name="connsiteY14" fmla="*/ 3004890 h 3533346"/>
              <a:gd name="connsiteX15" fmla="*/ 2229604 w 3404832"/>
              <a:gd name="connsiteY15" fmla="*/ 3160329 h 3533346"/>
              <a:gd name="connsiteX16" fmla="*/ 2144712 w 3404832"/>
              <a:gd name="connsiteY16" fmla="*/ 3477214 h 3533346"/>
              <a:gd name="connsiteX17" fmla="*/ 1260297 w 3404832"/>
              <a:gd name="connsiteY17" fmla="*/ 3476860 h 3533346"/>
              <a:gd name="connsiteX18" fmla="*/ 758926 w 3404832"/>
              <a:gd name="connsiteY18" fmla="*/ 2919875 h 3533346"/>
              <a:gd name="connsiteX19" fmla="*/ 442119 w 3404832"/>
              <a:gd name="connsiteY19" fmla="*/ 3004890 h 3533346"/>
              <a:gd name="connsiteX20" fmla="*/ 172750 w 3404832"/>
              <a:gd name="connsiteY20" fmla="*/ 2649852 h 3533346"/>
              <a:gd name="connsiteX21" fmla="*/ 1172509 w 3404832"/>
              <a:gd name="connsiteY21" fmla="*/ 2684472 h 3533346"/>
              <a:gd name="connsiteX22" fmla="*/ 1569939 w 3404832"/>
              <a:gd name="connsiteY22" fmla="*/ 3173753 h 3533346"/>
              <a:gd name="connsiteX23" fmla="*/ 1834716 w 3404832"/>
              <a:gd name="connsiteY23" fmla="*/ 3173930 h 3533346"/>
              <a:gd name="connsiteX24" fmla="*/ 2232324 w 3404832"/>
              <a:gd name="connsiteY24" fmla="*/ 2684649 h 3533346"/>
              <a:gd name="connsiteX25" fmla="*/ 2854965 w 3404832"/>
              <a:gd name="connsiteY25" fmla="*/ 2584850 h 3533346"/>
              <a:gd name="connsiteX26" fmla="*/ 2987089 w 3404832"/>
              <a:gd name="connsiteY26" fmla="*/ 2355576 h 3533346"/>
              <a:gd name="connsiteX27" fmla="*/ 2762231 w 3404832"/>
              <a:gd name="connsiteY27" fmla="*/ 1766672 h 3533346"/>
              <a:gd name="connsiteX28" fmla="*/ 2987089 w 3404832"/>
              <a:gd name="connsiteY28" fmla="*/ 1177768 h 3533346"/>
              <a:gd name="connsiteX29" fmla="*/ 2854612 w 3404832"/>
              <a:gd name="connsiteY29" fmla="*/ 948495 h 3533346"/>
              <a:gd name="connsiteX30" fmla="*/ 2232324 w 3404832"/>
              <a:gd name="connsiteY30" fmla="*/ 848872 h 3533346"/>
              <a:gd name="connsiteX31" fmla="*/ 1834893 w 3404832"/>
              <a:gd name="connsiteY31" fmla="*/ 359591 h 3533346"/>
              <a:gd name="connsiteX32" fmla="*/ 1570116 w 3404832"/>
              <a:gd name="connsiteY32" fmla="*/ 359415 h 3533346"/>
              <a:gd name="connsiteX33" fmla="*/ 1172509 w 3404832"/>
              <a:gd name="connsiteY33" fmla="*/ 848696 h 3533346"/>
              <a:gd name="connsiteX34" fmla="*/ 549867 w 3404832"/>
              <a:gd name="connsiteY34" fmla="*/ 948495 h 3533346"/>
              <a:gd name="connsiteX35" fmla="*/ 417744 w 3404832"/>
              <a:gd name="connsiteY35" fmla="*/ 1177768 h 3533346"/>
              <a:gd name="connsiteX36" fmla="*/ 642601 w 3404832"/>
              <a:gd name="connsiteY36" fmla="*/ 1766672 h 3533346"/>
              <a:gd name="connsiteX37" fmla="*/ 417744 w 3404832"/>
              <a:gd name="connsiteY37" fmla="*/ 2355576 h 3533346"/>
              <a:gd name="connsiteX38" fmla="*/ 550221 w 3404832"/>
              <a:gd name="connsiteY38" fmla="*/ 2584850 h 3533346"/>
              <a:gd name="connsiteX39" fmla="*/ 1172509 w 3404832"/>
              <a:gd name="connsiteY39" fmla="*/ 2684472 h 3533346"/>
              <a:gd name="connsiteX40" fmla="*/ 1702416 w 3404832"/>
              <a:gd name="connsiteY40" fmla="*/ 2296580 h 3533346"/>
              <a:gd name="connsiteX41" fmla="*/ 1172509 w 3404832"/>
              <a:gd name="connsiteY41" fmla="*/ 1766672 h 3533346"/>
              <a:gd name="connsiteX42" fmla="*/ 1702416 w 3404832"/>
              <a:gd name="connsiteY42" fmla="*/ 1236765 h 3533346"/>
              <a:gd name="connsiteX43" fmla="*/ 2232324 w 3404832"/>
              <a:gd name="connsiteY43" fmla="*/ 1766672 h 3533346"/>
              <a:gd name="connsiteX44" fmla="*/ 1702416 w 3404832"/>
              <a:gd name="connsiteY44" fmla="*/ 2296580 h 3533346"/>
              <a:gd name="connsiteX45" fmla="*/ 1702416 w 3404832"/>
              <a:gd name="connsiteY45" fmla="*/ 1943308 h 3533346"/>
              <a:gd name="connsiteX46" fmla="*/ 1879052 w 3404832"/>
              <a:gd name="connsiteY46" fmla="*/ 1766672 h 3533346"/>
              <a:gd name="connsiteX47" fmla="*/ 1702416 w 3404832"/>
              <a:gd name="connsiteY47" fmla="*/ 1590036 h 3533346"/>
              <a:gd name="connsiteX48" fmla="*/ 1525780 w 3404832"/>
              <a:gd name="connsiteY48" fmla="*/ 1766672 h 3533346"/>
              <a:gd name="connsiteX49" fmla="*/ 1702416 w 3404832"/>
              <a:gd name="connsiteY49" fmla="*/ 1943308 h 35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404832" h="3533346">
                <a:moveTo>
                  <a:pt x="172750" y="2649852"/>
                </a:moveTo>
                <a:cubicBezTo>
                  <a:pt x="98081" y="2520731"/>
                  <a:pt x="40036" y="2382690"/>
                  <a:pt x="0" y="2238997"/>
                </a:cubicBezTo>
                <a:cubicBezTo>
                  <a:pt x="260858" y="2106325"/>
                  <a:pt x="364771" y="1787303"/>
                  <a:pt x="232096" y="1526448"/>
                </a:cubicBezTo>
                <a:cubicBezTo>
                  <a:pt x="181306" y="1426578"/>
                  <a:pt x="100175" y="1345389"/>
                  <a:pt x="353" y="1294525"/>
                </a:cubicBezTo>
                <a:cubicBezTo>
                  <a:pt x="80200" y="1005812"/>
                  <a:pt x="232228" y="742176"/>
                  <a:pt x="442119" y="528455"/>
                </a:cubicBezTo>
                <a:cubicBezTo>
                  <a:pt x="687483" y="687975"/>
                  <a:pt x="1015706" y="618386"/>
                  <a:pt x="1175225" y="373021"/>
                </a:cubicBezTo>
                <a:cubicBezTo>
                  <a:pt x="1236333" y="279031"/>
                  <a:pt x="1266055" y="168083"/>
                  <a:pt x="1260120" y="56131"/>
                </a:cubicBezTo>
                <a:cubicBezTo>
                  <a:pt x="1550174" y="-18830"/>
                  <a:pt x="1854535" y="-18708"/>
                  <a:pt x="2144536" y="56484"/>
                </a:cubicBezTo>
                <a:cubicBezTo>
                  <a:pt x="2129186" y="348740"/>
                  <a:pt x="2353655" y="598111"/>
                  <a:pt x="2645899" y="613470"/>
                </a:cubicBezTo>
                <a:cubicBezTo>
                  <a:pt x="2757833" y="619352"/>
                  <a:pt x="2868760" y="589587"/>
                  <a:pt x="2962713" y="528455"/>
                </a:cubicBezTo>
                <a:cubicBezTo>
                  <a:pt x="3064985" y="632670"/>
                  <a:pt x="3155776" y="751193"/>
                  <a:pt x="3232083" y="883493"/>
                </a:cubicBezTo>
                <a:cubicBezTo>
                  <a:pt x="3308566" y="1015793"/>
                  <a:pt x="3365796" y="1153746"/>
                  <a:pt x="3404833" y="1294348"/>
                </a:cubicBezTo>
                <a:cubicBezTo>
                  <a:pt x="3143977" y="1427019"/>
                  <a:pt x="3040062" y="1746041"/>
                  <a:pt x="3172733" y="2006897"/>
                </a:cubicBezTo>
                <a:cubicBezTo>
                  <a:pt x="3223534" y="2106767"/>
                  <a:pt x="3304662" y="2187949"/>
                  <a:pt x="3404479" y="2238820"/>
                </a:cubicBezTo>
                <a:cubicBezTo>
                  <a:pt x="3324640" y="2527531"/>
                  <a:pt x="3172609" y="2791160"/>
                  <a:pt x="2962713" y="3004890"/>
                </a:cubicBezTo>
                <a:cubicBezTo>
                  <a:pt x="2717348" y="2845370"/>
                  <a:pt x="2389123" y="2914964"/>
                  <a:pt x="2229604" y="3160329"/>
                </a:cubicBezTo>
                <a:cubicBezTo>
                  <a:pt x="2168505" y="3254317"/>
                  <a:pt x="2138777" y="3365262"/>
                  <a:pt x="2144712" y="3477214"/>
                </a:cubicBezTo>
                <a:cubicBezTo>
                  <a:pt x="1854659" y="3552178"/>
                  <a:pt x="1550297" y="3552054"/>
                  <a:pt x="1260297" y="3476860"/>
                </a:cubicBezTo>
                <a:cubicBezTo>
                  <a:pt x="1275655" y="3184599"/>
                  <a:pt x="1051183" y="2935242"/>
                  <a:pt x="758926" y="2919875"/>
                </a:cubicBezTo>
                <a:cubicBezTo>
                  <a:pt x="646991" y="2913993"/>
                  <a:pt x="536072" y="2943756"/>
                  <a:pt x="442119" y="3004890"/>
                </a:cubicBezTo>
                <a:cubicBezTo>
                  <a:pt x="337726" y="2898361"/>
                  <a:pt x="247218" y="2779078"/>
                  <a:pt x="172750" y="2649852"/>
                </a:cubicBezTo>
                <a:close/>
                <a:moveTo>
                  <a:pt x="1172509" y="2684472"/>
                </a:moveTo>
                <a:cubicBezTo>
                  <a:pt x="1360732" y="2793033"/>
                  <a:pt x="1502253" y="2967266"/>
                  <a:pt x="1569939" y="3173753"/>
                </a:cubicBezTo>
                <a:cubicBezTo>
                  <a:pt x="1658081" y="3182055"/>
                  <a:pt x="1746575" y="3182232"/>
                  <a:pt x="1834716" y="3173930"/>
                </a:cubicBezTo>
                <a:cubicBezTo>
                  <a:pt x="1902439" y="2967425"/>
                  <a:pt x="2044030" y="2793174"/>
                  <a:pt x="2232324" y="2684649"/>
                </a:cubicBezTo>
                <a:cubicBezTo>
                  <a:pt x="2420476" y="2575788"/>
                  <a:pt x="2642207" y="2540249"/>
                  <a:pt x="2854965" y="2584850"/>
                </a:cubicBezTo>
                <a:cubicBezTo>
                  <a:pt x="2906190" y="2512782"/>
                  <a:pt x="2950349" y="2435945"/>
                  <a:pt x="2987089" y="2355576"/>
                </a:cubicBezTo>
                <a:cubicBezTo>
                  <a:pt x="2842141" y="2193672"/>
                  <a:pt x="2762072" y="1983970"/>
                  <a:pt x="2762231" y="1766672"/>
                </a:cubicBezTo>
                <a:cubicBezTo>
                  <a:pt x="2762231" y="1544111"/>
                  <a:pt x="2845250" y="1336211"/>
                  <a:pt x="2987089" y="1177768"/>
                </a:cubicBezTo>
                <a:cubicBezTo>
                  <a:pt x="2950083" y="1097426"/>
                  <a:pt x="2905748" y="1020674"/>
                  <a:pt x="2854612" y="948495"/>
                </a:cubicBezTo>
                <a:cubicBezTo>
                  <a:pt x="2641995" y="993062"/>
                  <a:pt x="2420406" y="957588"/>
                  <a:pt x="2232324" y="848872"/>
                </a:cubicBezTo>
                <a:cubicBezTo>
                  <a:pt x="2044101" y="740307"/>
                  <a:pt x="1902580" y="566075"/>
                  <a:pt x="1834893" y="359591"/>
                </a:cubicBezTo>
                <a:cubicBezTo>
                  <a:pt x="1746752" y="351289"/>
                  <a:pt x="1658257" y="351113"/>
                  <a:pt x="1570116" y="359415"/>
                </a:cubicBezTo>
                <a:cubicBezTo>
                  <a:pt x="1502394" y="565928"/>
                  <a:pt x="1360803" y="740164"/>
                  <a:pt x="1172509" y="848696"/>
                </a:cubicBezTo>
                <a:cubicBezTo>
                  <a:pt x="984353" y="957558"/>
                  <a:pt x="762622" y="993099"/>
                  <a:pt x="549867" y="948495"/>
                </a:cubicBezTo>
                <a:cubicBezTo>
                  <a:pt x="498744" y="1020614"/>
                  <a:pt x="454507" y="1097374"/>
                  <a:pt x="417744" y="1177768"/>
                </a:cubicBezTo>
                <a:cubicBezTo>
                  <a:pt x="562686" y="1339666"/>
                  <a:pt x="642757" y="1549375"/>
                  <a:pt x="642601" y="1766672"/>
                </a:cubicBezTo>
                <a:cubicBezTo>
                  <a:pt x="642601" y="1989233"/>
                  <a:pt x="559582" y="2197134"/>
                  <a:pt x="417744" y="2355576"/>
                </a:cubicBezTo>
                <a:cubicBezTo>
                  <a:pt x="454744" y="2435928"/>
                  <a:pt x="499092" y="2512676"/>
                  <a:pt x="550221" y="2584850"/>
                </a:cubicBezTo>
                <a:cubicBezTo>
                  <a:pt x="762841" y="2540284"/>
                  <a:pt x="984429" y="2575753"/>
                  <a:pt x="1172509" y="2684472"/>
                </a:cubicBezTo>
                <a:close/>
                <a:moveTo>
                  <a:pt x="1702416" y="2296580"/>
                </a:moveTo>
                <a:cubicBezTo>
                  <a:pt x="1409748" y="2296580"/>
                  <a:pt x="1172509" y="2059340"/>
                  <a:pt x="1172509" y="1766672"/>
                </a:cubicBezTo>
                <a:cubicBezTo>
                  <a:pt x="1172509" y="1474004"/>
                  <a:pt x="1409748" y="1236765"/>
                  <a:pt x="1702416" y="1236765"/>
                </a:cubicBezTo>
                <a:cubicBezTo>
                  <a:pt x="1995084" y="1236765"/>
                  <a:pt x="2232324" y="1474004"/>
                  <a:pt x="2232324" y="1766672"/>
                </a:cubicBezTo>
                <a:cubicBezTo>
                  <a:pt x="2232324" y="2059340"/>
                  <a:pt x="1995084" y="2296580"/>
                  <a:pt x="1702416" y="2296580"/>
                </a:cubicBezTo>
                <a:close/>
                <a:moveTo>
                  <a:pt x="1702416" y="1943308"/>
                </a:moveTo>
                <a:cubicBezTo>
                  <a:pt x="1799972" y="1943308"/>
                  <a:pt x="1879052" y="1864228"/>
                  <a:pt x="1879052" y="1766672"/>
                </a:cubicBezTo>
                <a:cubicBezTo>
                  <a:pt x="1879052" y="1669116"/>
                  <a:pt x="1799972" y="1590036"/>
                  <a:pt x="1702416" y="1590036"/>
                </a:cubicBezTo>
                <a:cubicBezTo>
                  <a:pt x="1604860" y="1590036"/>
                  <a:pt x="1525780" y="1669116"/>
                  <a:pt x="1525780" y="1766672"/>
                </a:cubicBezTo>
                <a:cubicBezTo>
                  <a:pt x="1525780" y="1864228"/>
                  <a:pt x="1604860" y="1943308"/>
                  <a:pt x="1702416" y="1943308"/>
                </a:cubicBez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0852040-3C89-42A1-B629-5E21F519EF3C}"/>
              </a:ext>
            </a:extLst>
          </p:cNvPr>
          <p:cNvSpPr/>
          <p:nvPr/>
        </p:nvSpPr>
        <p:spPr>
          <a:xfrm>
            <a:off x="5167406" y="205093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505F8C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655" name="Retângulo: Cantos Arredondados 654">
            <a:extLst>
              <a:ext uri="{FF2B5EF4-FFF2-40B4-BE49-F238E27FC236}">
                <a16:creationId xmlns:a16="http://schemas.microsoft.com/office/drawing/2014/main" id="{F88DD439-2560-476E-941E-A879B2460D75}"/>
              </a:ext>
            </a:extLst>
          </p:cNvPr>
          <p:cNvSpPr/>
          <p:nvPr/>
        </p:nvSpPr>
        <p:spPr>
          <a:xfrm>
            <a:off x="11425167" y="10156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141E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153BAF0-BB7B-4823-80E7-CFB1C9DA87E7}"/>
              </a:ext>
            </a:extLst>
          </p:cNvPr>
          <p:cNvSpPr>
            <a:spLocks noChangeAspect="1"/>
          </p:cNvSpPr>
          <p:nvPr/>
        </p:nvSpPr>
        <p:spPr>
          <a:xfrm>
            <a:off x="11528694" y="205093"/>
            <a:ext cx="269196" cy="269196"/>
          </a:xfrm>
          <a:custGeom>
            <a:avLst/>
            <a:gdLst>
              <a:gd name="connsiteX0" fmla="*/ 1918758 w 3837516"/>
              <a:gd name="connsiteY0" fmla="*/ 3837517 h 3837516"/>
              <a:gd name="connsiteX1" fmla="*/ 0 w 3837516"/>
              <a:gd name="connsiteY1" fmla="*/ 1918758 h 3837516"/>
              <a:gd name="connsiteX2" fmla="*/ 1918758 w 3837516"/>
              <a:gd name="connsiteY2" fmla="*/ 0 h 3837516"/>
              <a:gd name="connsiteX3" fmla="*/ 3837517 w 3837516"/>
              <a:gd name="connsiteY3" fmla="*/ 1918758 h 3837516"/>
              <a:gd name="connsiteX4" fmla="*/ 1918758 w 3837516"/>
              <a:gd name="connsiteY4" fmla="*/ 3837517 h 3837516"/>
              <a:gd name="connsiteX5" fmla="*/ 1479363 w 3837516"/>
              <a:gd name="connsiteY5" fmla="*/ 3389870 h 3837516"/>
              <a:gd name="connsiteX6" fmla="*/ 1156436 w 3837516"/>
              <a:gd name="connsiteY6" fmla="*/ 2110634 h 3837516"/>
              <a:gd name="connsiteX7" fmla="*/ 395648 w 3837516"/>
              <a:gd name="connsiteY7" fmla="*/ 2110634 h 3837516"/>
              <a:gd name="connsiteX8" fmla="*/ 1479363 w 3837516"/>
              <a:gd name="connsiteY8" fmla="*/ 3389870 h 3837516"/>
              <a:gd name="connsiteX9" fmla="*/ 1540763 w 3837516"/>
              <a:gd name="connsiteY9" fmla="*/ 2110634 h 3837516"/>
              <a:gd name="connsiteX10" fmla="*/ 1918758 w 3837516"/>
              <a:gd name="connsiteY10" fmla="*/ 3406180 h 3837516"/>
              <a:gd name="connsiteX11" fmla="*/ 2296754 w 3837516"/>
              <a:gd name="connsiteY11" fmla="*/ 2110634 h 3837516"/>
              <a:gd name="connsiteX12" fmla="*/ 1540763 w 3837516"/>
              <a:gd name="connsiteY12" fmla="*/ 2110634 h 3837516"/>
              <a:gd name="connsiteX13" fmla="*/ 3441869 w 3837516"/>
              <a:gd name="connsiteY13" fmla="*/ 2110634 h 3837516"/>
              <a:gd name="connsiteX14" fmla="*/ 2681081 w 3837516"/>
              <a:gd name="connsiteY14" fmla="*/ 2110634 h 3837516"/>
              <a:gd name="connsiteX15" fmla="*/ 2358154 w 3837516"/>
              <a:gd name="connsiteY15" fmla="*/ 3389870 h 3837516"/>
              <a:gd name="connsiteX16" fmla="*/ 3441869 w 3837516"/>
              <a:gd name="connsiteY16" fmla="*/ 2110634 h 3837516"/>
              <a:gd name="connsiteX17" fmla="*/ 395648 w 3837516"/>
              <a:gd name="connsiteY17" fmla="*/ 1726883 h 3837516"/>
              <a:gd name="connsiteX18" fmla="*/ 1156436 w 3837516"/>
              <a:gd name="connsiteY18" fmla="*/ 1726883 h 3837516"/>
              <a:gd name="connsiteX19" fmla="*/ 1479363 w 3837516"/>
              <a:gd name="connsiteY19" fmla="*/ 447646 h 3837516"/>
              <a:gd name="connsiteX20" fmla="*/ 395648 w 3837516"/>
              <a:gd name="connsiteY20" fmla="*/ 1726883 h 3837516"/>
              <a:gd name="connsiteX21" fmla="*/ 1540955 w 3837516"/>
              <a:gd name="connsiteY21" fmla="*/ 1726883 h 3837516"/>
              <a:gd name="connsiteX22" fmla="*/ 2296562 w 3837516"/>
              <a:gd name="connsiteY22" fmla="*/ 1726883 h 3837516"/>
              <a:gd name="connsiteX23" fmla="*/ 1918758 w 3837516"/>
              <a:gd name="connsiteY23" fmla="*/ 431337 h 3837516"/>
              <a:gd name="connsiteX24" fmla="*/ 1540763 w 3837516"/>
              <a:gd name="connsiteY24" fmla="*/ 1726883 h 3837516"/>
              <a:gd name="connsiteX25" fmla="*/ 2358154 w 3837516"/>
              <a:gd name="connsiteY25" fmla="*/ 447646 h 3837516"/>
              <a:gd name="connsiteX26" fmla="*/ 2681081 w 3837516"/>
              <a:gd name="connsiteY26" fmla="*/ 1726883 h 3837516"/>
              <a:gd name="connsiteX27" fmla="*/ 3441869 w 3837516"/>
              <a:gd name="connsiteY27" fmla="*/ 1726883 h 3837516"/>
              <a:gd name="connsiteX28" fmla="*/ 2358154 w 3837516"/>
              <a:gd name="connsiteY28" fmla="*/ 447646 h 383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37516" h="3837516">
                <a:moveTo>
                  <a:pt x="1918758" y="3837517"/>
                </a:moveTo>
                <a:cubicBezTo>
                  <a:pt x="859028" y="3837517"/>
                  <a:pt x="0" y="2978489"/>
                  <a:pt x="0" y="1918758"/>
                </a:cubicBezTo>
                <a:cubicBezTo>
                  <a:pt x="0" y="859028"/>
                  <a:pt x="859028" y="0"/>
                  <a:pt x="1918758" y="0"/>
                </a:cubicBezTo>
                <a:cubicBezTo>
                  <a:pt x="2978489" y="0"/>
                  <a:pt x="3837517" y="859028"/>
                  <a:pt x="3837517" y="1918758"/>
                </a:cubicBezTo>
                <a:cubicBezTo>
                  <a:pt x="3837517" y="2978489"/>
                  <a:pt x="2978489" y="3837517"/>
                  <a:pt x="1918758" y="3837517"/>
                </a:cubicBezTo>
                <a:close/>
                <a:moveTo>
                  <a:pt x="1479363" y="3389870"/>
                </a:moveTo>
                <a:cubicBezTo>
                  <a:pt x="1290060" y="2988332"/>
                  <a:pt x="1180395" y="2553906"/>
                  <a:pt x="1156436" y="2110634"/>
                </a:cubicBezTo>
                <a:lnTo>
                  <a:pt x="395648" y="2110634"/>
                </a:lnTo>
                <a:cubicBezTo>
                  <a:pt x="471930" y="2713930"/>
                  <a:pt x="896818" y="3215475"/>
                  <a:pt x="1479363" y="3389870"/>
                </a:cubicBezTo>
                <a:close/>
                <a:moveTo>
                  <a:pt x="1540763" y="2110634"/>
                </a:moveTo>
                <a:cubicBezTo>
                  <a:pt x="1569736" y="2578619"/>
                  <a:pt x="1703474" y="3018207"/>
                  <a:pt x="1918758" y="3406180"/>
                </a:cubicBezTo>
                <a:cubicBezTo>
                  <a:pt x="2139857" y="3007961"/>
                  <a:pt x="2269009" y="2565284"/>
                  <a:pt x="2296754" y="2110634"/>
                </a:cubicBezTo>
                <a:lnTo>
                  <a:pt x="1540763" y="2110634"/>
                </a:lnTo>
                <a:close/>
                <a:moveTo>
                  <a:pt x="3441869" y="2110634"/>
                </a:moveTo>
                <a:lnTo>
                  <a:pt x="2681081" y="2110634"/>
                </a:lnTo>
                <a:cubicBezTo>
                  <a:pt x="2657116" y="2553906"/>
                  <a:pt x="2547459" y="2988332"/>
                  <a:pt x="2358154" y="3389870"/>
                </a:cubicBezTo>
                <a:cubicBezTo>
                  <a:pt x="2940689" y="3215475"/>
                  <a:pt x="3365579" y="2713930"/>
                  <a:pt x="3441869" y="2110634"/>
                </a:cubicBezTo>
                <a:close/>
                <a:moveTo>
                  <a:pt x="395648" y="1726883"/>
                </a:moveTo>
                <a:lnTo>
                  <a:pt x="1156436" y="1726883"/>
                </a:lnTo>
                <a:cubicBezTo>
                  <a:pt x="1180395" y="1283609"/>
                  <a:pt x="1290062" y="849183"/>
                  <a:pt x="1479363" y="447646"/>
                </a:cubicBezTo>
                <a:cubicBezTo>
                  <a:pt x="896818" y="622050"/>
                  <a:pt x="471930" y="1123596"/>
                  <a:pt x="395648" y="1726883"/>
                </a:cubicBezTo>
                <a:close/>
                <a:moveTo>
                  <a:pt x="1540955" y="1726883"/>
                </a:moveTo>
                <a:lnTo>
                  <a:pt x="2296562" y="1726883"/>
                </a:lnTo>
                <a:cubicBezTo>
                  <a:pt x="2268893" y="1272252"/>
                  <a:pt x="2139800" y="829581"/>
                  <a:pt x="1918758" y="431337"/>
                </a:cubicBezTo>
                <a:cubicBezTo>
                  <a:pt x="1697660" y="829566"/>
                  <a:pt x="1568508" y="1272237"/>
                  <a:pt x="1540763" y="1726883"/>
                </a:cubicBezTo>
                <a:close/>
                <a:moveTo>
                  <a:pt x="2358154" y="447646"/>
                </a:moveTo>
                <a:cubicBezTo>
                  <a:pt x="2547459" y="849183"/>
                  <a:pt x="2657116" y="1283609"/>
                  <a:pt x="2681081" y="1726883"/>
                </a:cubicBezTo>
                <a:lnTo>
                  <a:pt x="3441869" y="1726883"/>
                </a:lnTo>
                <a:cubicBezTo>
                  <a:pt x="3365579" y="1123596"/>
                  <a:pt x="2940689" y="622050"/>
                  <a:pt x="2358154" y="447646"/>
                </a:cubicBezTo>
                <a:close/>
              </a:path>
            </a:pathLst>
          </a:custGeom>
          <a:solidFill>
            <a:srgbClr val="7B8F00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49" name="Retângulo: Cantos Arredondados 26">
            <a:extLst>
              <a:ext uri="{FF2B5EF4-FFF2-40B4-BE49-F238E27FC236}">
                <a16:creationId xmlns:a16="http://schemas.microsoft.com/office/drawing/2014/main" id="{5C8D73C1-92EE-4717-A4C6-15AB531F355F}"/>
              </a:ext>
            </a:extLst>
          </p:cNvPr>
          <p:cNvSpPr/>
          <p:nvPr/>
        </p:nvSpPr>
        <p:spPr>
          <a:xfrm>
            <a:off x="6585536" y="3282368"/>
            <a:ext cx="2272714" cy="3331225"/>
          </a:xfrm>
          <a:prstGeom prst="roundRect">
            <a:avLst>
              <a:gd name="adj" fmla="val 8333"/>
            </a:avLst>
          </a:prstGeom>
          <a:solidFill>
            <a:srgbClr val="282D3C">
              <a:alpha val="50000"/>
            </a:srgb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4419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Arredondado 3"/>
          <p:cNvSpPr/>
          <p:nvPr/>
        </p:nvSpPr>
        <p:spPr>
          <a:xfrm>
            <a:off x="234892" y="0"/>
            <a:ext cx="11957108" cy="6858000"/>
          </a:xfrm>
          <a:prstGeom prst="roundRect">
            <a:avLst>
              <a:gd name="adj" fmla="val 4253"/>
            </a:avLst>
          </a:prstGeom>
          <a:solidFill>
            <a:srgbClr val="403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Arredondado 4"/>
          <p:cNvSpPr/>
          <p:nvPr/>
        </p:nvSpPr>
        <p:spPr>
          <a:xfrm>
            <a:off x="1357945" y="59120"/>
            <a:ext cx="10767379" cy="6739759"/>
          </a:xfrm>
          <a:prstGeom prst="roundRect">
            <a:avLst>
              <a:gd name="adj" fmla="val 425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tângulo Arredondado 7"/>
          <p:cNvSpPr/>
          <p:nvPr/>
        </p:nvSpPr>
        <p:spPr>
          <a:xfrm>
            <a:off x="1542388" y="4453759"/>
            <a:ext cx="4595648" cy="2191407"/>
          </a:xfrm>
          <a:prstGeom prst="roundRect">
            <a:avLst>
              <a:gd name="adj" fmla="val 83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tângulo Arredondado 13"/>
          <p:cNvSpPr/>
          <p:nvPr/>
        </p:nvSpPr>
        <p:spPr>
          <a:xfrm>
            <a:off x="9495631" y="2146438"/>
            <a:ext cx="2520888" cy="676917"/>
          </a:xfrm>
          <a:prstGeom prst="roundRect">
            <a:avLst>
              <a:gd name="adj" fmla="val 193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tângulo Arredondado 16"/>
          <p:cNvSpPr/>
          <p:nvPr/>
        </p:nvSpPr>
        <p:spPr>
          <a:xfrm>
            <a:off x="1540608" y="2127445"/>
            <a:ext cx="7819698" cy="2199761"/>
          </a:xfrm>
          <a:prstGeom prst="roundRect">
            <a:avLst>
              <a:gd name="adj" fmla="val 67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tângulo Arredondado 24"/>
          <p:cNvSpPr/>
          <p:nvPr/>
        </p:nvSpPr>
        <p:spPr>
          <a:xfrm>
            <a:off x="6273362" y="4453759"/>
            <a:ext cx="3086944" cy="2178516"/>
          </a:xfrm>
          <a:prstGeom prst="roundRect">
            <a:avLst>
              <a:gd name="adj" fmla="val 83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tângulo Arredondado 25"/>
          <p:cNvSpPr/>
          <p:nvPr/>
        </p:nvSpPr>
        <p:spPr>
          <a:xfrm>
            <a:off x="9502198" y="2898242"/>
            <a:ext cx="2520888" cy="676917"/>
          </a:xfrm>
          <a:prstGeom prst="roundRect">
            <a:avLst>
              <a:gd name="adj" fmla="val 193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tângulo Arredondado 26"/>
          <p:cNvSpPr/>
          <p:nvPr/>
        </p:nvSpPr>
        <p:spPr>
          <a:xfrm>
            <a:off x="9495632" y="3650046"/>
            <a:ext cx="2520888" cy="676917"/>
          </a:xfrm>
          <a:prstGeom prst="roundRect">
            <a:avLst>
              <a:gd name="adj" fmla="val 193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tângulo Arredondado 27"/>
          <p:cNvSpPr/>
          <p:nvPr/>
        </p:nvSpPr>
        <p:spPr>
          <a:xfrm>
            <a:off x="10803679" y="182244"/>
            <a:ext cx="1212839" cy="714362"/>
          </a:xfrm>
          <a:prstGeom prst="roundRect">
            <a:avLst>
              <a:gd name="adj" fmla="val 184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tângulo Arredondado 32"/>
          <p:cNvSpPr/>
          <p:nvPr/>
        </p:nvSpPr>
        <p:spPr>
          <a:xfrm>
            <a:off x="9508766" y="4453760"/>
            <a:ext cx="2514320" cy="2191406"/>
          </a:xfrm>
          <a:prstGeom prst="roundRect">
            <a:avLst>
              <a:gd name="adj" fmla="val 83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tângulo Arredondado 61"/>
          <p:cNvSpPr/>
          <p:nvPr/>
        </p:nvSpPr>
        <p:spPr>
          <a:xfrm>
            <a:off x="131196" y="2127445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FB97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31" y="4551774"/>
            <a:ext cx="403208" cy="399486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458" y="2932816"/>
            <a:ext cx="372006" cy="372006"/>
          </a:xfrm>
          <a:prstGeom prst="rect">
            <a:avLst/>
          </a:prstGeom>
        </p:spPr>
      </p:pic>
      <p:pic>
        <p:nvPicPr>
          <p:cNvPr id="37" name="Imagem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34" y="3696723"/>
            <a:ext cx="379400" cy="415440"/>
          </a:xfrm>
          <a:prstGeom prst="rect">
            <a:avLst/>
          </a:prstGeom>
        </p:spPr>
      </p:pic>
      <p:sp>
        <p:nvSpPr>
          <p:cNvPr id="65" name="Retângulo Arredondado 64"/>
          <p:cNvSpPr/>
          <p:nvPr/>
        </p:nvSpPr>
        <p:spPr>
          <a:xfrm>
            <a:off x="1547771" y="567415"/>
            <a:ext cx="7812535" cy="1152695"/>
          </a:xfrm>
          <a:prstGeom prst="roundRect">
            <a:avLst>
              <a:gd name="adj" fmla="val 13913"/>
            </a:avLst>
          </a:prstGeom>
          <a:gradFill flip="none" rotWithShape="1">
            <a:gsLst>
              <a:gs pos="38000">
                <a:srgbClr val="403E8C"/>
              </a:gs>
              <a:gs pos="100000">
                <a:srgbClr val="E5B2C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tângulo Arredondado 95"/>
          <p:cNvSpPr/>
          <p:nvPr/>
        </p:nvSpPr>
        <p:spPr>
          <a:xfrm>
            <a:off x="9487525" y="182244"/>
            <a:ext cx="1212839" cy="714362"/>
          </a:xfrm>
          <a:prstGeom prst="roundRect">
            <a:avLst>
              <a:gd name="adj" fmla="val 184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tângulo Arredondado 96"/>
          <p:cNvSpPr/>
          <p:nvPr/>
        </p:nvSpPr>
        <p:spPr>
          <a:xfrm>
            <a:off x="9487526" y="996222"/>
            <a:ext cx="1212839" cy="714362"/>
          </a:xfrm>
          <a:prstGeom prst="roundRect">
            <a:avLst>
              <a:gd name="adj" fmla="val 184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Retângulo Arredondado 97"/>
          <p:cNvSpPr/>
          <p:nvPr/>
        </p:nvSpPr>
        <p:spPr>
          <a:xfrm>
            <a:off x="10803680" y="994833"/>
            <a:ext cx="1212839" cy="714362"/>
          </a:xfrm>
          <a:prstGeom prst="roundRect">
            <a:avLst>
              <a:gd name="adj" fmla="val 184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59" y="2186964"/>
            <a:ext cx="368764" cy="353951"/>
          </a:xfrm>
          <a:prstGeom prst="rect">
            <a:avLst/>
          </a:prstGeom>
        </p:spPr>
      </p:pic>
      <p:pic>
        <p:nvPicPr>
          <p:cNvPr id="19" name="Imagem 18" descr="Tela de computador com imagem de person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6384CEE2-DD81-412E-9F73-A0DC33535C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328" y="352338"/>
            <a:ext cx="2514304" cy="1571440"/>
          </a:xfrm>
          <a:prstGeom prst="rect">
            <a:avLst/>
          </a:prstGeom>
        </p:spPr>
      </p:pic>
      <p:pic>
        <p:nvPicPr>
          <p:cNvPr id="23" name="Imagem 22" descr="Logotipo&#10;&#10;Descrição gerada automaticamente">
            <a:extLst>
              <a:ext uri="{FF2B5EF4-FFF2-40B4-BE49-F238E27FC236}">
                <a16:creationId xmlns:a16="http://schemas.microsoft.com/office/drawing/2014/main" id="{691DCC4C-2D13-4D7E-BFE5-EF458F409FA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1" t="16771" r="24220" b="21417"/>
          <a:stretch/>
        </p:blipFill>
        <p:spPr>
          <a:xfrm>
            <a:off x="248682" y="567415"/>
            <a:ext cx="1064304" cy="126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85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5DB760B-F443-466B-AAEC-A930F26C5C65}"/>
              </a:ext>
            </a:extLst>
          </p:cNvPr>
          <p:cNvSpPr/>
          <p:nvPr/>
        </p:nvSpPr>
        <p:spPr>
          <a:xfrm>
            <a:off x="0" y="1"/>
            <a:ext cx="12192000" cy="2235060"/>
          </a:xfrm>
          <a:prstGeom prst="rect">
            <a:avLst/>
          </a:prstGeom>
          <a:gradFill>
            <a:gsLst>
              <a:gs pos="100000">
                <a:srgbClr val="00AA97"/>
              </a:gs>
              <a:gs pos="39000">
                <a:srgbClr val="00817E"/>
              </a:gs>
              <a:gs pos="0">
                <a:srgbClr val="00586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tângulo: Cantos Superiores Arredondados 10">
            <a:extLst>
              <a:ext uri="{FF2B5EF4-FFF2-40B4-BE49-F238E27FC236}">
                <a16:creationId xmlns:a16="http://schemas.microsoft.com/office/drawing/2014/main" id="{FCAD3ED9-FD83-4241-89D5-C239A6CC9AEB}"/>
              </a:ext>
            </a:extLst>
          </p:cNvPr>
          <p:cNvSpPr/>
          <p:nvPr/>
        </p:nvSpPr>
        <p:spPr>
          <a:xfrm>
            <a:off x="7178659" y="829738"/>
            <a:ext cx="1718262" cy="360000"/>
          </a:xfrm>
          <a:prstGeom prst="round2SameRect">
            <a:avLst>
              <a:gd name="adj1" fmla="val 52917"/>
              <a:gd name="adj2" fmla="val 0"/>
            </a:avLst>
          </a:prstGeom>
          <a:solidFill>
            <a:srgbClr val="005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0A6DC09-C439-4E81-A9C8-73614ACBB58F}"/>
              </a:ext>
            </a:extLst>
          </p:cNvPr>
          <p:cNvSpPr/>
          <p:nvPr/>
        </p:nvSpPr>
        <p:spPr>
          <a:xfrm>
            <a:off x="0" y="1842868"/>
            <a:ext cx="12192000" cy="5015131"/>
          </a:xfrm>
          <a:prstGeom prst="rect">
            <a:avLst/>
          </a:prstGeom>
          <a:solidFill>
            <a:srgbClr val="005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Superiores Arredondados 3">
            <a:extLst>
              <a:ext uri="{FF2B5EF4-FFF2-40B4-BE49-F238E27FC236}">
                <a16:creationId xmlns:a16="http://schemas.microsoft.com/office/drawing/2014/main" id="{CC1F2246-3647-4CC2-B1DC-D667728B1821}"/>
              </a:ext>
            </a:extLst>
          </p:cNvPr>
          <p:cNvSpPr/>
          <p:nvPr/>
        </p:nvSpPr>
        <p:spPr>
          <a:xfrm>
            <a:off x="10714461" y="831432"/>
            <a:ext cx="1261538" cy="591810"/>
          </a:xfrm>
          <a:prstGeom prst="round2SameRect">
            <a:avLst>
              <a:gd name="adj1" fmla="val 32189"/>
              <a:gd name="adj2" fmla="val 0"/>
            </a:avLst>
          </a:prstGeom>
          <a:solidFill>
            <a:srgbClr val="005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4DAD62BF-4AE0-4D2D-A4A0-8CA4C303D8EB}"/>
              </a:ext>
            </a:extLst>
          </p:cNvPr>
          <p:cNvSpPr/>
          <p:nvPr/>
        </p:nvSpPr>
        <p:spPr>
          <a:xfrm>
            <a:off x="8946560" y="831432"/>
            <a:ext cx="1718262" cy="360000"/>
          </a:xfrm>
          <a:prstGeom prst="round2SameRect">
            <a:avLst>
              <a:gd name="adj1" fmla="val 52917"/>
              <a:gd name="adj2" fmla="val 0"/>
            </a:avLst>
          </a:prstGeom>
          <a:solidFill>
            <a:srgbClr val="005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0712FEF-AC7A-4B82-878C-AE6A8405B24B}"/>
              </a:ext>
            </a:extLst>
          </p:cNvPr>
          <p:cNvSpPr/>
          <p:nvPr/>
        </p:nvSpPr>
        <p:spPr>
          <a:xfrm>
            <a:off x="229920" y="4009550"/>
            <a:ext cx="11760000" cy="2628000"/>
          </a:xfrm>
          <a:prstGeom prst="roundRect">
            <a:avLst>
              <a:gd name="adj" fmla="val 7249"/>
            </a:avLst>
          </a:prstGeom>
          <a:gradFill>
            <a:gsLst>
              <a:gs pos="0">
                <a:srgbClr val="005864"/>
              </a:gs>
              <a:gs pos="48000">
                <a:srgbClr val="007979"/>
              </a:gs>
              <a:gs pos="100000">
                <a:srgbClr val="00AA97"/>
              </a:gs>
            </a:gsLst>
            <a:lin ang="5400000" scaled="1"/>
          </a:gradFill>
          <a:ln w="9525">
            <a:solidFill>
              <a:srgbClr val="57F9AA"/>
            </a:solidFill>
          </a:ln>
          <a:effectLst>
            <a:outerShdw blurRad="228600" dir="540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A78C0CE-02C6-4540-A1E8-E25EAEE389CC}"/>
              </a:ext>
            </a:extLst>
          </p:cNvPr>
          <p:cNvSpPr/>
          <p:nvPr/>
        </p:nvSpPr>
        <p:spPr>
          <a:xfrm>
            <a:off x="2102356" y="1668851"/>
            <a:ext cx="477671" cy="492919"/>
          </a:xfrm>
          <a:prstGeom prst="rect">
            <a:avLst/>
          </a:prstGeom>
          <a:solidFill>
            <a:srgbClr val="00AA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5A415D-90E7-4B25-83CA-DFD57EEF8815}"/>
              </a:ext>
            </a:extLst>
          </p:cNvPr>
          <p:cNvSpPr/>
          <p:nvPr/>
        </p:nvSpPr>
        <p:spPr>
          <a:xfrm>
            <a:off x="1624685" y="1916159"/>
            <a:ext cx="477671" cy="245612"/>
          </a:xfrm>
          <a:prstGeom prst="rect">
            <a:avLst/>
          </a:prstGeom>
          <a:solidFill>
            <a:srgbClr val="00E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0B9887-1F9C-425F-BE2F-2903E6882FA1}"/>
              </a:ext>
            </a:extLst>
          </p:cNvPr>
          <p:cNvSpPr/>
          <p:nvPr/>
        </p:nvSpPr>
        <p:spPr>
          <a:xfrm>
            <a:off x="3726038" y="2161770"/>
            <a:ext cx="477671" cy="492917"/>
          </a:xfrm>
          <a:prstGeom prst="rect">
            <a:avLst/>
          </a:prstGeom>
          <a:solidFill>
            <a:srgbClr val="222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FA6625B-D455-49FE-9ABA-F3D17A467E75}"/>
              </a:ext>
            </a:extLst>
          </p:cNvPr>
          <p:cNvSpPr/>
          <p:nvPr/>
        </p:nvSpPr>
        <p:spPr>
          <a:xfrm>
            <a:off x="4203709" y="2161770"/>
            <a:ext cx="477671" cy="492917"/>
          </a:xfrm>
          <a:prstGeom prst="rect">
            <a:avLst/>
          </a:prstGeom>
          <a:solidFill>
            <a:srgbClr val="4E65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541B7CE-9ECA-49DD-9D66-DAAC087361A2}"/>
              </a:ext>
            </a:extLst>
          </p:cNvPr>
          <p:cNvSpPr/>
          <p:nvPr/>
        </p:nvSpPr>
        <p:spPr>
          <a:xfrm>
            <a:off x="6363049" y="2105406"/>
            <a:ext cx="477671" cy="245612"/>
          </a:xfrm>
          <a:prstGeom prst="rect">
            <a:avLst/>
          </a:prstGeom>
          <a:solidFill>
            <a:srgbClr val="005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F4CE621-6D77-4AF0-AA50-D793BB773C27}"/>
              </a:ext>
            </a:extLst>
          </p:cNvPr>
          <p:cNvSpPr/>
          <p:nvPr/>
        </p:nvSpPr>
        <p:spPr>
          <a:xfrm>
            <a:off x="7338361" y="2020061"/>
            <a:ext cx="477671" cy="245612"/>
          </a:xfrm>
          <a:prstGeom prst="rect">
            <a:avLst/>
          </a:prstGeom>
          <a:solidFill>
            <a:srgbClr val="005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FFDC3A0-4101-4678-A199-45C8FDC5E226}"/>
              </a:ext>
            </a:extLst>
          </p:cNvPr>
          <p:cNvSpPr/>
          <p:nvPr/>
        </p:nvSpPr>
        <p:spPr>
          <a:xfrm>
            <a:off x="7816032" y="2020060"/>
            <a:ext cx="477671" cy="492919"/>
          </a:xfrm>
          <a:prstGeom prst="rect">
            <a:avLst/>
          </a:prstGeom>
          <a:solidFill>
            <a:srgbClr val="00AA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2D3DCDF-BA58-41C6-842F-16485198474A}"/>
              </a:ext>
            </a:extLst>
          </p:cNvPr>
          <p:cNvSpPr/>
          <p:nvPr/>
        </p:nvSpPr>
        <p:spPr>
          <a:xfrm>
            <a:off x="7338361" y="2267368"/>
            <a:ext cx="477671" cy="245612"/>
          </a:xfrm>
          <a:prstGeom prst="rect">
            <a:avLst/>
          </a:prstGeom>
          <a:solidFill>
            <a:srgbClr val="00E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A0F8340-B76D-44F9-9B25-F56237BB9E97}"/>
              </a:ext>
            </a:extLst>
          </p:cNvPr>
          <p:cNvSpPr/>
          <p:nvPr/>
        </p:nvSpPr>
        <p:spPr>
          <a:xfrm>
            <a:off x="8633761" y="2020060"/>
            <a:ext cx="477671" cy="492918"/>
          </a:xfrm>
          <a:prstGeom prst="rect">
            <a:avLst/>
          </a:prstGeom>
          <a:solidFill>
            <a:srgbClr val="B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1CE689A-E203-47C2-95B7-B87B377DF090}"/>
              </a:ext>
            </a:extLst>
          </p:cNvPr>
          <p:cNvSpPr/>
          <p:nvPr/>
        </p:nvSpPr>
        <p:spPr>
          <a:xfrm>
            <a:off x="9111432" y="2020060"/>
            <a:ext cx="477671" cy="492918"/>
          </a:xfrm>
          <a:prstGeom prst="rect">
            <a:avLst/>
          </a:prstGeom>
          <a:solidFill>
            <a:srgbClr val="57F9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690A2BC3-FF46-4D8C-88CF-BF5550E18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7F62AB54-E210-449E-BDF6-B1588E2FB380}"/>
              </a:ext>
            </a:extLst>
          </p:cNvPr>
          <p:cNvSpPr/>
          <p:nvPr/>
        </p:nvSpPr>
        <p:spPr>
          <a:xfrm>
            <a:off x="9929162" y="2020060"/>
            <a:ext cx="477671" cy="492917"/>
          </a:xfrm>
          <a:prstGeom prst="rect">
            <a:avLst/>
          </a:prstGeom>
          <a:solidFill>
            <a:srgbClr val="222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1D7C16B-34D3-490C-A33E-0717624024C7}"/>
              </a:ext>
            </a:extLst>
          </p:cNvPr>
          <p:cNvSpPr/>
          <p:nvPr/>
        </p:nvSpPr>
        <p:spPr>
          <a:xfrm>
            <a:off x="10406833" y="2020060"/>
            <a:ext cx="477671" cy="492917"/>
          </a:xfrm>
          <a:prstGeom prst="rect">
            <a:avLst/>
          </a:prstGeom>
          <a:solidFill>
            <a:srgbClr val="4E65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367668FA-D268-437E-B7BB-1077B24B4A50}"/>
              </a:ext>
            </a:extLst>
          </p:cNvPr>
          <p:cNvSpPr/>
          <p:nvPr/>
        </p:nvSpPr>
        <p:spPr>
          <a:xfrm>
            <a:off x="216001" y="1165550"/>
            <a:ext cx="11760000" cy="2628000"/>
          </a:xfrm>
          <a:prstGeom prst="roundRect">
            <a:avLst>
              <a:gd name="adj" fmla="val 7249"/>
            </a:avLst>
          </a:prstGeom>
          <a:gradFill>
            <a:gsLst>
              <a:gs pos="0">
                <a:srgbClr val="005864"/>
              </a:gs>
              <a:gs pos="48000">
                <a:srgbClr val="007979"/>
              </a:gs>
              <a:gs pos="100000">
                <a:srgbClr val="00AA97"/>
              </a:gs>
            </a:gsLst>
            <a:lin ang="5400000" scaled="1"/>
          </a:gradFill>
          <a:ln w="9525">
            <a:solidFill>
              <a:srgbClr val="57F9AA"/>
            </a:solidFill>
          </a:ln>
          <a:effectLst>
            <a:outerShdw blurRad="228600" dir="540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tângulo: Cantos Superiores Arredondados 11">
            <a:extLst>
              <a:ext uri="{FF2B5EF4-FFF2-40B4-BE49-F238E27FC236}">
                <a16:creationId xmlns:a16="http://schemas.microsoft.com/office/drawing/2014/main" id="{2BCED17D-2BF5-4589-8C1F-6FEF17897AA2}"/>
              </a:ext>
            </a:extLst>
          </p:cNvPr>
          <p:cNvSpPr/>
          <p:nvPr/>
        </p:nvSpPr>
        <p:spPr>
          <a:xfrm>
            <a:off x="5410758" y="833367"/>
            <a:ext cx="1718262" cy="360000"/>
          </a:xfrm>
          <a:prstGeom prst="round2SameRect">
            <a:avLst>
              <a:gd name="adj1" fmla="val 52917"/>
              <a:gd name="adj2" fmla="val 0"/>
            </a:avLst>
          </a:prstGeom>
          <a:solidFill>
            <a:srgbClr val="005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11152B4-4287-42B8-9648-2C5224103C2E}"/>
              </a:ext>
            </a:extLst>
          </p:cNvPr>
          <p:cNvSpPr txBox="1"/>
          <p:nvPr/>
        </p:nvSpPr>
        <p:spPr>
          <a:xfrm>
            <a:off x="1119826" y="300238"/>
            <a:ext cx="3708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 FINANCEIRO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9CEC2636-C774-4F11-9E69-2D220CA5B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727" y="184326"/>
            <a:ext cx="530399" cy="67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79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D330A6B0-7F12-40BA-981E-8565885F2C08}"/>
              </a:ext>
            </a:extLst>
          </p:cNvPr>
          <p:cNvSpPr/>
          <p:nvPr/>
        </p:nvSpPr>
        <p:spPr>
          <a:xfrm>
            <a:off x="187" y="-12"/>
            <a:ext cx="12191813" cy="6858011"/>
          </a:xfrm>
          <a:prstGeom prst="roundRect">
            <a:avLst>
              <a:gd name="adj" fmla="val 3519"/>
            </a:avLst>
          </a:prstGeom>
          <a:solidFill>
            <a:srgbClr val="F5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89B635B0-52A0-4736-BDB6-46E2DAA614F0}"/>
              </a:ext>
            </a:extLst>
          </p:cNvPr>
          <p:cNvSpPr/>
          <p:nvPr/>
        </p:nvSpPr>
        <p:spPr>
          <a:xfrm>
            <a:off x="0" y="-6060"/>
            <a:ext cx="12209200" cy="1371600"/>
          </a:xfrm>
          <a:prstGeom prst="round2SameRect">
            <a:avLst>
              <a:gd name="adj1" fmla="val 21976"/>
              <a:gd name="adj2" fmla="val 0"/>
            </a:avLst>
          </a:prstGeom>
          <a:solidFill>
            <a:srgbClr val="1F48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77EA4679-294F-4138-9170-74F769B3E15B}"/>
              </a:ext>
            </a:extLst>
          </p:cNvPr>
          <p:cNvSpPr/>
          <p:nvPr/>
        </p:nvSpPr>
        <p:spPr>
          <a:xfrm>
            <a:off x="122103" y="6215861"/>
            <a:ext cx="365759" cy="365760"/>
          </a:xfrm>
          <a:custGeom>
            <a:avLst/>
            <a:gdLst>
              <a:gd name="connsiteX0" fmla="*/ 21791 w 365759"/>
              <a:gd name="connsiteY0" fmla="*/ 0 h 365760"/>
              <a:gd name="connsiteX1" fmla="*/ 343969 w 365759"/>
              <a:gd name="connsiteY1" fmla="*/ 0 h 365760"/>
              <a:gd name="connsiteX2" fmla="*/ 365760 w 365759"/>
              <a:gd name="connsiteY2" fmla="*/ 21780 h 365760"/>
              <a:gd name="connsiteX3" fmla="*/ 365760 w 365759"/>
              <a:gd name="connsiteY3" fmla="*/ 343969 h 365760"/>
              <a:gd name="connsiteX4" fmla="*/ 343969 w 365759"/>
              <a:gd name="connsiteY4" fmla="*/ 365760 h 365760"/>
              <a:gd name="connsiteX5" fmla="*/ 21791 w 365759"/>
              <a:gd name="connsiteY5" fmla="*/ 365760 h 365760"/>
              <a:gd name="connsiteX6" fmla="*/ 0 w 365759"/>
              <a:gd name="connsiteY6" fmla="*/ 343969 h 365760"/>
              <a:gd name="connsiteX7" fmla="*/ 0 w 365759"/>
              <a:gd name="connsiteY7" fmla="*/ 21780 h 365760"/>
              <a:gd name="connsiteX8" fmla="*/ 21791 w 365759"/>
              <a:gd name="connsiteY8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5759" h="365760">
                <a:moveTo>
                  <a:pt x="21791" y="0"/>
                </a:moveTo>
                <a:lnTo>
                  <a:pt x="343969" y="0"/>
                </a:lnTo>
                <a:cubicBezTo>
                  <a:pt x="355961" y="0"/>
                  <a:pt x="365760" y="9799"/>
                  <a:pt x="365760" y="21780"/>
                </a:cubicBezTo>
                <a:lnTo>
                  <a:pt x="365760" y="343969"/>
                </a:lnTo>
                <a:cubicBezTo>
                  <a:pt x="365760" y="355961"/>
                  <a:pt x="355961" y="365760"/>
                  <a:pt x="343969" y="365760"/>
                </a:cubicBezTo>
                <a:lnTo>
                  <a:pt x="21791" y="365760"/>
                </a:lnTo>
                <a:cubicBezTo>
                  <a:pt x="9799" y="365760"/>
                  <a:pt x="0" y="355961"/>
                  <a:pt x="0" y="343969"/>
                </a:cubicBezTo>
                <a:lnTo>
                  <a:pt x="0" y="21780"/>
                </a:lnTo>
                <a:cubicBezTo>
                  <a:pt x="0" y="9799"/>
                  <a:pt x="9799" y="0"/>
                  <a:pt x="21791" y="0"/>
                </a:cubicBezTo>
                <a:close/>
              </a:path>
            </a:pathLst>
          </a:custGeom>
          <a:solidFill>
            <a:srgbClr val="29333A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1D86B023-E267-42BA-97D0-A483B52BBF63}"/>
              </a:ext>
            </a:extLst>
          </p:cNvPr>
          <p:cNvSpPr/>
          <p:nvPr/>
        </p:nvSpPr>
        <p:spPr>
          <a:xfrm>
            <a:off x="205927" y="6299673"/>
            <a:ext cx="198112" cy="198123"/>
          </a:xfrm>
          <a:custGeom>
            <a:avLst/>
            <a:gdLst>
              <a:gd name="connsiteX0" fmla="*/ 180191 w 198112"/>
              <a:gd name="connsiteY0" fmla="*/ 0 h 198123"/>
              <a:gd name="connsiteX1" fmla="*/ 17921 w 198112"/>
              <a:gd name="connsiteY1" fmla="*/ 0 h 198123"/>
              <a:gd name="connsiteX2" fmla="*/ 0 w 198112"/>
              <a:gd name="connsiteY2" fmla="*/ 17921 h 198123"/>
              <a:gd name="connsiteX3" fmla="*/ 0 w 198112"/>
              <a:gd name="connsiteY3" fmla="*/ 180203 h 198123"/>
              <a:gd name="connsiteX4" fmla="*/ 17921 w 198112"/>
              <a:gd name="connsiteY4" fmla="*/ 198124 h 198123"/>
              <a:gd name="connsiteX5" fmla="*/ 180191 w 198112"/>
              <a:gd name="connsiteY5" fmla="*/ 198124 h 198123"/>
              <a:gd name="connsiteX6" fmla="*/ 198113 w 198112"/>
              <a:gd name="connsiteY6" fmla="*/ 180203 h 198123"/>
              <a:gd name="connsiteX7" fmla="*/ 198113 w 198112"/>
              <a:gd name="connsiteY7" fmla="*/ 17921 h 198123"/>
              <a:gd name="connsiteX8" fmla="*/ 180191 w 198112"/>
              <a:gd name="connsiteY8" fmla="*/ 0 h 198123"/>
              <a:gd name="connsiteX9" fmla="*/ 61301 w 198112"/>
              <a:gd name="connsiteY9" fmla="*/ 171068 h 198123"/>
              <a:gd name="connsiteX10" fmla="*/ 56081 w 198112"/>
              <a:gd name="connsiteY10" fmla="*/ 176288 h 198123"/>
              <a:gd name="connsiteX11" fmla="*/ 33885 w 198112"/>
              <a:gd name="connsiteY11" fmla="*/ 176288 h 198123"/>
              <a:gd name="connsiteX12" fmla="*/ 28665 w 198112"/>
              <a:gd name="connsiteY12" fmla="*/ 171068 h 198123"/>
              <a:gd name="connsiteX13" fmla="*/ 28665 w 198112"/>
              <a:gd name="connsiteY13" fmla="*/ 78007 h 198123"/>
              <a:gd name="connsiteX14" fmla="*/ 33885 w 198112"/>
              <a:gd name="connsiteY14" fmla="*/ 72788 h 198123"/>
              <a:gd name="connsiteX15" fmla="*/ 56081 w 198112"/>
              <a:gd name="connsiteY15" fmla="*/ 72788 h 198123"/>
              <a:gd name="connsiteX16" fmla="*/ 61301 w 198112"/>
              <a:gd name="connsiteY16" fmla="*/ 78007 h 198123"/>
              <a:gd name="connsiteX17" fmla="*/ 61301 w 198112"/>
              <a:gd name="connsiteY17" fmla="*/ 171068 h 198123"/>
              <a:gd name="connsiteX18" fmla="*/ 44989 w 198112"/>
              <a:gd name="connsiteY18" fmla="*/ 64024 h 198123"/>
              <a:gd name="connsiteX19" fmla="*/ 23895 w 198112"/>
              <a:gd name="connsiteY19" fmla="*/ 42930 h 198123"/>
              <a:gd name="connsiteX20" fmla="*/ 44989 w 198112"/>
              <a:gd name="connsiteY20" fmla="*/ 21836 h 198123"/>
              <a:gd name="connsiteX21" fmla="*/ 66071 w 198112"/>
              <a:gd name="connsiteY21" fmla="*/ 42930 h 198123"/>
              <a:gd name="connsiteX22" fmla="*/ 44989 w 198112"/>
              <a:gd name="connsiteY22" fmla="*/ 64024 h 198123"/>
              <a:gd name="connsiteX23" fmla="*/ 177323 w 198112"/>
              <a:gd name="connsiteY23" fmla="*/ 171495 h 198123"/>
              <a:gd name="connsiteX24" fmla="*/ 172519 w 198112"/>
              <a:gd name="connsiteY24" fmla="*/ 176288 h 198123"/>
              <a:gd name="connsiteX25" fmla="*/ 148702 w 198112"/>
              <a:gd name="connsiteY25" fmla="*/ 176288 h 198123"/>
              <a:gd name="connsiteX26" fmla="*/ 143910 w 198112"/>
              <a:gd name="connsiteY26" fmla="*/ 171495 h 198123"/>
              <a:gd name="connsiteX27" fmla="*/ 143910 w 198112"/>
              <a:gd name="connsiteY27" fmla="*/ 127834 h 198123"/>
              <a:gd name="connsiteX28" fmla="*/ 126889 w 198112"/>
              <a:gd name="connsiteY28" fmla="*/ 99304 h 198123"/>
              <a:gd name="connsiteX29" fmla="*/ 108630 w 198112"/>
              <a:gd name="connsiteY29" fmla="*/ 121140 h 198123"/>
              <a:gd name="connsiteX30" fmla="*/ 108630 w 198112"/>
              <a:gd name="connsiteY30" fmla="*/ 171495 h 198123"/>
              <a:gd name="connsiteX31" fmla="*/ 103837 w 198112"/>
              <a:gd name="connsiteY31" fmla="*/ 176288 h 198123"/>
              <a:gd name="connsiteX32" fmla="*/ 80797 w 198112"/>
              <a:gd name="connsiteY32" fmla="*/ 176288 h 198123"/>
              <a:gd name="connsiteX33" fmla="*/ 76005 w 198112"/>
              <a:gd name="connsiteY33" fmla="*/ 171495 h 198123"/>
              <a:gd name="connsiteX34" fmla="*/ 76005 w 198112"/>
              <a:gd name="connsiteY34" fmla="*/ 77591 h 198123"/>
              <a:gd name="connsiteX35" fmla="*/ 80797 w 198112"/>
              <a:gd name="connsiteY35" fmla="*/ 72788 h 198123"/>
              <a:gd name="connsiteX36" fmla="*/ 103837 w 198112"/>
              <a:gd name="connsiteY36" fmla="*/ 72788 h 198123"/>
              <a:gd name="connsiteX37" fmla="*/ 108630 w 198112"/>
              <a:gd name="connsiteY37" fmla="*/ 77591 h 198123"/>
              <a:gd name="connsiteX38" fmla="*/ 108630 w 198112"/>
              <a:gd name="connsiteY38" fmla="*/ 85703 h 198123"/>
              <a:gd name="connsiteX39" fmla="*/ 139388 w 198112"/>
              <a:gd name="connsiteY39" fmla="*/ 71235 h 198123"/>
              <a:gd name="connsiteX40" fmla="*/ 177323 w 198112"/>
              <a:gd name="connsiteY40" fmla="*/ 126450 h 198123"/>
              <a:gd name="connsiteX41" fmla="*/ 177323 w 198112"/>
              <a:gd name="connsiteY41" fmla="*/ 171495 h 198123"/>
              <a:gd name="connsiteX42" fmla="*/ 177323 w 198112"/>
              <a:gd name="connsiteY42" fmla="*/ 171495 h 19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8112" h="198123">
                <a:moveTo>
                  <a:pt x="180191" y="0"/>
                </a:moveTo>
                <a:lnTo>
                  <a:pt x="17921" y="0"/>
                </a:lnTo>
                <a:cubicBezTo>
                  <a:pt x="8021" y="0"/>
                  <a:pt x="0" y="8033"/>
                  <a:pt x="0" y="17921"/>
                </a:cubicBezTo>
                <a:lnTo>
                  <a:pt x="0" y="180203"/>
                </a:lnTo>
                <a:cubicBezTo>
                  <a:pt x="0" y="190091"/>
                  <a:pt x="8021" y="198124"/>
                  <a:pt x="17921" y="198124"/>
                </a:cubicBezTo>
                <a:lnTo>
                  <a:pt x="180191" y="198124"/>
                </a:lnTo>
                <a:cubicBezTo>
                  <a:pt x="190091" y="198124"/>
                  <a:pt x="198113" y="190091"/>
                  <a:pt x="198113" y="180203"/>
                </a:cubicBezTo>
                <a:lnTo>
                  <a:pt x="198113" y="17921"/>
                </a:lnTo>
                <a:cubicBezTo>
                  <a:pt x="198113" y="8033"/>
                  <a:pt x="190091" y="0"/>
                  <a:pt x="180191" y="0"/>
                </a:cubicBezTo>
                <a:close/>
                <a:moveTo>
                  <a:pt x="61301" y="171068"/>
                </a:moveTo>
                <a:cubicBezTo>
                  <a:pt x="61301" y="173948"/>
                  <a:pt x="58961" y="176288"/>
                  <a:pt x="56081" y="176288"/>
                </a:cubicBezTo>
                <a:lnTo>
                  <a:pt x="33885" y="176288"/>
                </a:lnTo>
                <a:cubicBezTo>
                  <a:pt x="31005" y="176288"/>
                  <a:pt x="28665" y="173948"/>
                  <a:pt x="28665" y="171068"/>
                </a:cubicBezTo>
                <a:lnTo>
                  <a:pt x="28665" y="78007"/>
                </a:lnTo>
                <a:cubicBezTo>
                  <a:pt x="28665" y="75128"/>
                  <a:pt x="31005" y="72788"/>
                  <a:pt x="33885" y="72788"/>
                </a:cubicBezTo>
                <a:lnTo>
                  <a:pt x="56081" y="72788"/>
                </a:lnTo>
                <a:cubicBezTo>
                  <a:pt x="58961" y="72788"/>
                  <a:pt x="61301" y="75128"/>
                  <a:pt x="61301" y="78007"/>
                </a:cubicBezTo>
                <a:lnTo>
                  <a:pt x="61301" y="171068"/>
                </a:lnTo>
                <a:close/>
                <a:moveTo>
                  <a:pt x="44989" y="64024"/>
                </a:moveTo>
                <a:cubicBezTo>
                  <a:pt x="33334" y="64024"/>
                  <a:pt x="23895" y="54574"/>
                  <a:pt x="23895" y="42930"/>
                </a:cubicBezTo>
                <a:cubicBezTo>
                  <a:pt x="23895" y="31286"/>
                  <a:pt x="33334" y="21836"/>
                  <a:pt x="44989" y="21836"/>
                </a:cubicBezTo>
                <a:cubicBezTo>
                  <a:pt x="56632" y="21836"/>
                  <a:pt x="66071" y="31286"/>
                  <a:pt x="66071" y="42930"/>
                </a:cubicBezTo>
                <a:cubicBezTo>
                  <a:pt x="66071" y="54574"/>
                  <a:pt x="56632" y="64024"/>
                  <a:pt x="44989" y="64024"/>
                </a:cubicBezTo>
                <a:close/>
                <a:moveTo>
                  <a:pt x="177323" y="171495"/>
                </a:moveTo>
                <a:cubicBezTo>
                  <a:pt x="177323" y="174139"/>
                  <a:pt x="175174" y="176288"/>
                  <a:pt x="172519" y="176288"/>
                </a:cubicBezTo>
                <a:lnTo>
                  <a:pt x="148702" y="176288"/>
                </a:lnTo>
                <a:cubicBezTo>
                  <a:pt x="146048" y="176288"/>
                  <a:pt x="143910" y="174139"/>
                  <a:pt x="143910" y="171495"/>
                </a:cubicBezTo>
                <a:lnTo>
                  <a:pt x="143910" y="127834"/>
                </a:lnTo>
                <a:cubicBezTo>
                  <a:pt x="143910" y="121331"/>
                  <a:pt x="145811" y="99304"/>
                  <a:pt x="126889" y="99304"/>
                </a:cubicBezTo>
                <a:cubicBezTo>
                  <a:pt x="112207" y="99304"/>
                  <a:pt x="109226" y="114379"/>
                  <a:pt x="108630" y="121140"/>
                </a:cubicBezTo>
                <a:lnTo>
                  <a:pt x="108630" y="171495"/>
                </a:lnTo>
                <a:cubicBezTo>
                  <a:pt x="108630" y="174139"/>
                  <a:pt x="106481" y="176288"/>
                  <a:pt x="103837" y="176288"/>
                </a:cubicBezTo>
                <a:lnTo>
                  <a:pt x="80797" y="176288"/>
                </a:lnTo>
                <a:cubicBezTo>
                  <a:pt x="78142" y="176288"/>
                  <a:pt x="76005" y="174139"/>
                  <a:pt x="76005" y="171495"/>
                </a:cubicBezTo>
                <a:lnTo>
                  <a:pt x="76005" y="77591"/>
                </a:lnTo>
                <a:cubicBezTo>
                  <a:pt x="76005" y="74936"/>
                  <a:pt x="78142" y="72788"/>
                  <a:pt x="80797" y="72788"/>
                </a:cubicBezTo>
                <a:lnTo>
                  <a:pt x="103837" y="72788"/>
                </a:lnTo>
                <a:cubicBezTo>
                  <a:pt x="106481" y="72788"/>
                  <a:pt x="108630" y="74936"/>
                  <a:pt x="108630" y="77591"/>
                </a:cubicBezTo>
                <a:lnTo>
                  <a:pt x="108630" y="85703"/>
                </a:lnTo>
                <a:cubicBezTo>
                  <a:pt x="114075" y="77535"/>
                  <a:pt x="122164" y="71235"/>
                  <a:pt x="139388" y="71235"/>
                </a:cubicBezTo>
                <a:cubicBezTo>
                  <a:pt x="177536" y="71235"/>
                  <a:pt x="177323" y="106864"/>
                  <a:pt x="177323" y="126450"/>
                </a:cubicBezTo>
                <a:lnTo>
                  <a:pt x="177323" y="171495"/>
                </a:lnTo>
                <a:lnTo>
                  <a:pt x="177323" y="171495"/>
                </a:lnTo>
                <a:close/>
              </a:path>
            </a:pathLst>
          </a:custGeom>
          <a:solidFill>
            <a:srgbClr val="FFFFFF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73828BC7-AA10-428C-BEE3-3EF1D3E0ACD2}"/>
              </a:ext>
            </a:extLst>
          </p:cNvPr>
          <p:cNvSpPr/>
          <p:nvPr/>
        </p:nvSpPr>
        <p:spPr>
          <a:xfrm>
            <a:off x="122103" y="5697010"/>
            <a:ext cx="365759" cy="365760"/>
          </a:xfrm>
          <a:custGeom>
            <a:avLst/>
            <a:gdLst>
              <a:gd name="connsiteX0" fmla="*/ 21791 w 365759"/>
              <a:gd name="connsiteY0" fmla="*/ 0 h 365760"/>
              <a:gd name="connsiteX1" fmla="*/ 343969 w 365759"/>
              <a:gd name="connsiteY1" fmla="*/ 0 h 365760"/>
              <a:gd name="connsiteX2" fmla="*/ 365760 w 365759"/>
              <a:gd name="connsiteY2" fmla="*/ 21791 h 365760"/>
              <a:gd name="connsiteX3" fmla="*/ 365760 w 365759"/>
              <a:gd name="connsiteY3" fmla="*/ 343969 h 365760"/>
              <a:gd name="connsiteX4" fmla="*/ 343969 w 365759"/>
              <a:gd name="connsiteY4" fmla="*/ 365760 h 365760"/>
              <a:gd name="connsiteX5" fmla="*/ 21791 w 365759"/>
              <a:gd name="connsiteY5" fmla="*/ 365760 h 365760"/>
              <a:gd name="connsiteX6" fmla="*/ 0 w 365759"/>
              <a:gd name="connsiteY6" fmla="*/ 343969 h 365760"/>
              <a:gd name="connsiteX7" fmla="*/ 0 w 365759"/>
              <a:gd name="connsiteY7" fmla="*/ 21791 h 365760"/>
              <a:gd name="connsiteX8" fmla="*/ 21791 w 365759"/>
              <a:gd name="connsiteY8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5759" h="365760">
                <a:moveTo>
                  <a:pt x="21791" y="0"/>
                </a:moveTo>
                <a:lnTo>
                  <a:pt x="343969" y="0"/>
                </a:lnTo>
                <a:cubicBezTo>
                  <a:pt x="355961" y="0"/>
                  <a:pt x="365760" y="9799"/>
                  <a:pt x="365760" y="21791"/>
                </a:cubicBezTo>
                <a:lnTo>
                  <a:pt x="365760" y="343969"/>
                </a:lnTo>
                <a:cubicBezTo>
                  <a:pt x="365760" y="355961"/>
                  <a:pt x="355961" y="365760"/>
                  <a:pt x="343969" y="365760"/>
                </a:cubicBezTo>
                <a:lnTo>
                  <a:pt x="21791" y="365760"/>
                </a:lnTo>
                <a:cubicBezTo>
                  <a:pt x="9799" y="365760"/>
                  <a:pt x="0" y="355961"/>
                  <a:pt x="0" y="343969"/>
                </a:cubicBezTo>
                <a:lnTo>
                  <a:pt x="0" y="21791"/>
                </a:lnTo>
                <a:cubicBezTo>
                  <a:pt x="0" y="9799"/>
                  <a:pt x="9799" y="0"/>
                  <a:pt x="21791" y="0"/>
                </a:cubicBezTo>
                <a:close/>
              </a:path>
            </a:pathLst>
          </a:custGeom>
          <a:solidFill>
            <a:srgbClr val="29333A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EAF8D19E-0E6B-47E5-8E57-95118A4A0E7B}"/>
              </a:ext>
            </a:extLst>
          </p:cNvPr>
          <p:cNvSpPr/>
          <p:nvPr/>
        </p:nvSpPr>
        <p:spPr>
          <a:xfrm>
            <a:off x="205927" y="5780835"/>
            <a:ext cx="198112" cy="198123"/>
          </a:xfrm>
          <a:custGeom>
            <a:avLst/>
            <a:gdLst>
              <a:gd name="connsiteX0" fmla="*/ 169099 w 198112"/>
              <a:gd name="connsiteY0" fmla="*/ 29014 h 198123"/>
              <a:gd name="connsiteX1" fmla="*/ 99056 w 198112"/>
              <a:gd name="connsiteY1" fmla="*/ 0 h 198123"/>
              <a:gd name="connsiteX2" fmla="*/ 99056 w 198112"/>
              <a:gd name="connsiteY2" fmla="*/ 0 h 198123"/>
              <a:gd name="connsiteX3" fmla="*/ 29014 w 198112"/>
              <a:gd name="connsiteY3" fmla="*/ 29014 h 198123"/>
              <a:gd name="connsiteX4" fmla="*/ 0 w 198112"/>
              <a:gd name="connsiteY4" fmla="*/ 99056 h 198123"/>
              <a:gd name="connsiteX5" fmla="*/ 29014 w 198112"/>
              <a:gd name="connsiteY5" fmla="*/ 169110 h 198123"/>
              <a:gd name="connsiteX6" fmla="*/ 99056 w 198112"/>
              <a:gd name="connsiteY6" fmla="*/ 198124 h 198123"/>
              <a:gd name="connsiteX7" fmla="*/ 169099 w 198112"/>
              <a:gd name="connsiteY7" fmla="*/ 169110 h 198123"/>
              <a:gd name="connsiteX8" fmla="*/ 198113 w 198112"/>
              <a:gd name="connsiteY8" fmla="*/ 99056 h 198123"/>
              <a:gd name="connsiteX9" fmla="*/ 169099 w 198112"/>
              <a:gd name="connsiteY9" fmla="*/ 29014 h 198123"/>
              <a:gd name="connsiteX10" fmla="*/ 175568 w 198112"/>
              <a:gd name="connsiteY10" fmla="*/ 141356 h 198123"/>
              <a:gd name="connsiteX11" fmla="*/ 146576 w 198112"/>
              <a:gd name="connsiteY11" fmla="*/ 141356 h 198123"/>
              <a:gd name="connsiteX12" fmla="*/ 153349 w 198112"/>
              <a:gd name="connsiteY12" fmla="*/ 104861 h 198123"/>
              <a:gd name="connsiteX13" fmla="*/ 186311 w 198112"/>
              <a:gd name="connsiteY13" fmla="*/ 104861 h 198123"/>
              <a:gd name="connsiteX14" fmla="*/ 175568 w 198112"/>
              <a:gd name="connsiteY14" fmla="*/ 141356 h 198123"/>
              <a:gd name="connsiteX15" fmla="*/ 99056 w 198112"/>
              <a:gd name="connsiteY15" fmla="*/ 185648 h 198123"/>
              <a:gd name="connsiteX16" fmla="*/ 69086 w 198112"/>
              <a:gd name="connsiteY16" fmla="*/ 152966 h 198123"/>
              <a:gd name="connsiteX17" fmla="*/ 129026 w 198112"/>
              <a:gd name="connsiteY17" fmla="*/ 152966 h 198123"/>
              <a:gd name="connsiteX18" fmla="*/ 99056 w 198112"/>
              <a:gd name="connsiteY18" fmla="*/ 185648 h 198123"/>
              <a:gd name="connsiteX19" fmla="*/ 63832 w 198112"/>
              <a:gd name="connsiteY19" fmla="*/ 141356 h 198123"/>
              <a:gd name="connsiteX20" fmla="*/ 56385 w 198112"/>
              <a:gd name="connsiteY20" fmla="*/ 104861 h 198123"/>
              <a:gd name="connsiteX21" fmla="*/ 141727 w 198112"/>
              <a:gd name="connsiteY21" fmla="*/ 104861 h 198123"/>
              <a:gd name="connsiteX22" fmla="*/ 134269 w 198112"/>
              <a:gd name="connsiteY22" fmla="*/ 141356 h 198123"/>
              <a:gd name="connsiteX23" fmla="*/ 63832 w 198112"/>
              <a:gd name="connsiteY23" fmla="*/ 141356 h 198123"/>
              <a:gd name="connsiteX24" fmla="*/ 11801 w 198112"/>
              <a:gd name="connsiteY24" fmla="*/ 104861 h 198123"/>
              <a:gd name="connsiteX25" fmla="*/ 44764 w 198112"/>
              <a:gd name="connsiteY25" fmla="*/ 104861 h 198123"/>
              <a:gd name="connsiteX26" fmla="*/ 51536 w 198112"/>
              <a:gd name="connsiteY26" fmla="*/ 141356 h 198123"/>
              <a:gd name="connsiteX27" fmla="*/ 22534 w 198112"/>
              <a:gd name="connsiteY27" fmla="*/ 141356 h 198123"/>
              <a:gd name="connsiteX28" fmla="*/ 11801 w 198112"/>
              <a:gd name="connsiteY28" fmla="*/ 104861 h 198123"/>
              <a:gd name="connsiteX29" fmla="*/ 22534 w 198112"/>
              <a:gd name="connsiteY29" fmla="*/ 56756 h 198123"/>
              <a:gd name="connsiteX30" fmla="*/ 51536 w 198112"/>
              <a:gd name="connsiteY30" fmla="*/ 56756 h 198123"/>
              <a:gd name="connsiteX31" fmla="*/ 44764 w 198112"/>
              <a:gd name="connsiteY31" fmla="*/ 93251 h 198123"/>
              <a:gd name="connsiteX32" fmla="*/ 11801 w 198112"/>
              <a:gd name="connsiteY32" fmla="*/ 93251 h 198123"/>
              <a:gd name="connsiteX33" fmla="*/ 22534 w 198112"/>
              <a:gd name="connsiteY33" fmla="*/ 56756 h 198123"/>
              <a:gd name="connsiteX34" fmla="*/ 99056 w 198112"/>
              <a:gd name="connsiteY34" fmla="*/ 12465 h 198123"/>
              <a:gd name="connsiteX35" fmla="*/ 129026 w 198112"/>
              <a:gd name="connsiteY35" fmla="*/ 45146 h 198123"/>
              <a:gd name="connsiteX36" fmla="*/ 69086 w 198112"/>
              <a:gd name="connsiteY36" fmla="*/ 45146 h 198123"/>
              <a:gd name="connsiteX37" fmla="*/ 99056 w 198112"/>
              <a:gd name="connsiteY37" fmla="*/ 12465 h 198123"/>
              <a:gd name="connsiteX38" fmla="*/ 134269 w 198112"/>
              <a:gd name="connsiteY38" fmla="*/ 56756 h 198123"/>
              <a:gd name="connsiteX39" fmla="*/ 141727 w 198112"/>
              <a:gd name="connsiteY39" fmla="*/ 93251 h 198123"/>
              <a:gd name="connsiteX40" fmla="*/ 56385 w 198112"/>
              <a:gd name="connsiteY40" fmla="*/ 93251 h 198123"/>
              <a:gd name="connsiteX41" fmla="*/ 63832 w 198112"/>
              <a:gd name="connsiteY41" fmla="*/ 56756 h 198123"/>
              <a:gd name="connsiteX42" fmla="*/ 134269 w 198112"/>
              <a:gd name="connsiteY42" fmla="*/ 56756 h 198123"/>
              <a:gd name="connsiteX43" fmla="*/ 186311 w 198112"/>
              <a:gd name="connsiteY43" fmla="*/ 93251 h 198123"/>
              <a:gd name="connsiteX44" fmla="*/ 153349 w 198112"/>
              <a:gd name="connsiteY44" fmla="*/ 93251 h 198123"/>
              <a:gd name="connsiteX45" fmla="*/ 146576 w 198112"/>
              <a:gd name="connsiteY45" fmla="*/ 56756 h 198123"/>
              <a:gd name="connsiteX46" fmla="*/ 175568 w 198112"/>
              <a:gd name="connsiteY46" fmla="*/ 56756 h 198123"/>
              <a:gd name="connsiteX47" fmla="*/ 186311 w 198112"/>
              <a:gd name="connsiteY47" fmla="*/ 93251 h 198123"/>
              <a:gd name="connsiteX48" fmla="*/ 141930 w 198112"/>
              <a:gd name="connsiteY48" fmla="*/ 45146 h 198123"/>
              <a:gd name="connsiteX49" fmla="*/ 120262 w 198112"/>
              <a:gd name="connsiteY49" fmla="*/ 14209 h 198123"/>
              <a:gd name="connsiteX50" fmla="*/ 167873 w 198112"/>
              <a:gd name="connsiteY50" fmla="*/ 45146 h 198123"/>
              <a:gd name="connsiteX51" fmla="*/ 141930 w 198112"/>
              <a:gd name="connsiteY51" fmla="*/ 45146 h 198123"/>
              <a:gd name="connsiteX52" fmla="*/ 77850 w 198112"/>
              <a:gd name="connsiteY52" fmla="*/ 14209 h 198123"/>
              <a:gd name="connsiteX53" fmla="*/ 56183 w 198112"/>
              <a:gd name="connsiteY53" fmla="*/ 45146 h 198123"/>
              <a:gd name="connsiteX54" fmla="*/ 30240 w 198112"/>
              <a:gd name="connsiteY54" fmla="*/ 45146 h 198123"/>
              <a:gd name="connsiteX55" fmla="*/ 77850 w 198112"/>
              <a:gd name="connsiteY55" fmla="*/ 14209 h 198123"/>
              <a:gd name="connsiteX56" fmla="*/ 56183 w 198112"/>
              <a:gd name="connsiteY56" fmla="*/ 152966 h 198123"/>
              <a:gd name="connsiteX57" fmla="*/ 77850 w 198112"/>
              <a:gd name="connsiteY57" fmla="*/ 183904 h 198123"/>
              <a:gd name="connsiteX58" fmla="*/ 30240 w 198112"/>
              <a:gd name="connsiteY58" fmla="*/ 152966 h 198123"/>
              <a:gd name="connsiteX59" fmla="*/ 56183 w 198112"/>
              <a:gd name="connsiteY59" fmla="*/ 152966 h 198123"/>
              <a:gd name="connsiteX60" fmla="*/ 120262 w 198112"/>
              <a:gd name="connsiteY60" fmla="*/ 183904 h 198123"/>
              <a:gd name="connsiteX61" fmla="*/ 141930 w 198112"/>
              <a:gd name="connsiteY61" fmla="*/ 152966 h 198123"/>
              <a:gd name="connsiteX62" fmla="*/ 167873 w 198112"/>
              <a:gd name="connsiteY62" fmla="*/ 152966 h 198123"/>
              <a:gd name="connsiteX63" fmla="*/ 120262 w 198112"/>
              <a:gd name="connsiteY63" fmla="*/ 183904 h 19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98112" h="198123">
                <a:moveTo>
                  <a:pt x="169099" y="29014"/>
                </a:moveTo>
                <a:cubicBezTo>
                  <a:pt x="150390" y="10305"/>
                  <a:pt x="125516" y="0"/>
                  <a:pt x="99056" y="0"/>
                </a:cubicBezTo>
                <a:lnTo>
                  <a:pt x="99056" y="0"/>
                </a:lnTo>
                <a:cubicBezTo>
                  <a:pt x="72596" y="0"/>
                  <a:pt x="47722" y="10305"/>
                  <a:pt x="29014" y="29014"/>
                </a:cubicBezTo>
                <a:cubicBezTo>
                  <a:pt x="10294" y="47722"/>
                  <a:pt x="0" y="72596"/>
                  <a:pt x="0" y="99056"/>
                </a:cubicBezTo>
                <a:cubicBezTo>
                  <a:pt x="0" y="125516"/>
                  <a:pt x="10294" y="150390"/>
                  <a:pt x="29014" y="169110"/>
                </a:cubicBezTo>
                <a:cubicBezTo>
                  <a:pt x="47722" y="187819"/>
                  <a:pt x="72596" y="198124"/>
                  <a:pt x="99056" y="198124"/>
                </a:cubicBezTo>
                <a:cubicBezTo>
                  <a:pt x="125516" y="198124"/>
                  <a:pt x="150390" y="187819"/>
                  <a:pt x="169099" y="169110"/>
                </a:cubicBezTo>
                <a:cubicBezTo>
                  <a:pt x="187808" y="150390"/>
                  <a:pt x="198113" y="125516"/>
                  <a:pt x="198113" y="99056"/>
                </a:cubicBezTo>
                <a:cubicBezTo>
                  <a:pt x="198113" y="72596"/>
                  <a:pt x="187808" y="47722"/>
                  <a:pt x="169099" y="29014"/>
                </a:cubicBezTo>
                <a:close/>
                <a:moveTo>
                  <a:pt x="175568" y="141356"/>
                </a:moveTo>
                <a:lnTo>
                  <a:pt x="146576" y="141356"/>
                </a:lnTo>
                <a:cubicBezTo>
                  <a:pt x="150469" y="129983"/>
                  <a:pt x="152809" y="117653"/>
                  <a:pt x="153349" y="104861"/>
                </a:cubicBezTo>
                <a:lnTo>
                  <a:pt x="186311" y="104861"/>
                </a:lnTo>
                <a:cubicBezTo>
                  <a:pt x="185445" y="118035"/>
                  <a:pt x="181642" y="130410"/>
                  <a:pt x="175568" y="141356"/>
                </a:cubicBezTo>
                <a:close/>
                <a:moveTo>
                  <a:pt x="99056" y="185648"/>
                </a:moveTo>
                <a:cubicBezTo>
                  <a:pt x="86704" y="178301"/>
                  <a:pt x="76455" y="166905"/>
                  <a:pt x="69086" y="152966"/>
                </a:cubicBezTo>
                <a:lnTo>
                  <a:pt x="129026" y="152966"/>
                </a:lnTo>
                <a:cubicBezTo>
                  <a:pt x="121657" y="166905"/>
                  <a:pt x="111409" y="178301"/>
                  <a:pt x="99056" y="185648"/>
                </a:cubicBezTo>
                <a:close/>
                <a:moveTo>
                  <a:pt x="63832" y="141356"/>
                </a:moveTo>
                <a:cubicBezTo>
                  <a:pt x="59569" y="130163"/>
                  <a:pt x="56981" y="117799"/>
                  <a:pt x="56385" y="104861"/>
                </a:cubicBezTo>
                <a:lnTo>
                  <a:pt x="141727" y="104861"/>
                </a:lnTo>
                <a:cubicBezTo>
                  <a:pt x="141131" y="117799"/>
                  <a:pt x="138544" y="130163"/>
                  <a:pt x="134269" y="141356"/>
                </a:cubicBezTo>
                <a:lnTo>
                  <a:pt x="63832" y="141356"/>
                </a:lnTo>
                <a:close/>
                <a:moveTo>
                  <a:pt x="11801" y="104861"/>
                </a:moveTo>
                <a:lnTo>
                  <a:pt x="44764" y="104861"/>
                </a:lnTo>
                <a:cubicBezTo>
                  <a:pt x="45304" y="117653"/>
                  <a:pt x="47644" y="129983"/>
                  <a:pt x="51536" y="141356"/>
                </a:cubicBezTo>
                <a:lnTo>
                  <a:pt x="22534" y="141356"/>
                </a:lnTo>
                <a:cubicBezTo>
                  <a:pt x="16459" y="130410"/>
                  <a:pt x="12667" y="118035"/>
                  <a:pt x="11801" y="104861"/>
                </a:cubicBezTo>
                <a:close/>
                <a:moveTo>
                  <a:pt x="22534" y="56756"/>
                </a:moveTo>
                <a:lnTo>
                  <a:pt x="51536" y="56756"/>
                </a:lnTo>
                <a:cubicBezTo>
                  <a:pt x="47644" y="68141"/>
                  <a:pt x="45304" y="80460"/>
                  <a:pt x="44764" y="93251"/>
                </a:cubicBezTo>
                <a:lnTo>
                  <a:pt x="11801" y="93251"/>
                </a:lnTo>
                <a:cubicBezTo>
                  <a:pt x="12667" y="80089"/>
                  <a:pt x="16459" y="67703"/>
                  <a:pt x="22534" y="56756"/>
                </a:cubicBezTo>
                <a:close/>
                <a:moveTo>
                  <a:pt x="99056" y="12465"/>
                </a:moveTo>
                <a:cubicBezTo>
                  <a:pt x="111409" y="19823"/>
                  <a:pt x="121657" y="31219"/>
                  <a:pt x="129026" y="45146"/>
                </a:cubicBezTo>
                <a:lnTo>
                  <a:pt x="69086" y="45146"/>
                </a:lnTo>
                <a:cubicBezTo>
                  <a:pt x="76455" y="31219"/>
                  <a:pt x="86704" y="19823"/>
                  <a:pt x="99056" y="12465"/>
                </a:cubicBezTo>
                <a:close/>
                <a:moveTo>
                  <a:pt x="134269" y="56756"/>
                </a:moveTo>
                <a:cubicBezTo>
                  <a:pt x="138544" y="67961"/>
                  <a:pt x="141131" y="80325"/>
                  <a:pt x="141727" y="93251"/>
                </a:cubicBezTo>
                <a:lnTo>
                  <a:pt x="56385" y="93251"/>
                </a:lnTo>
                <a:cubicBezTo>
                  <a:pt x="56981" y="80325"/>
                  <a:pt x="59569" y="67961"/>
                  <a:pt x="63832" y="56756"/>
                </a:cubicBezTo>
                <a:lnTo>
                  <a:pt x="134269" y="56756"/>
                </a:lnTo>
                <a:close/>
                <a:moveTo>
                  <a:pt x="186311" y="93251"/>
                </a:moveTo>
                <a:lnTo>
                  <a:pt x="153349" y="93251"/>
                </a:lnTo>
                <a:cubicBezTo>
                  <a:pt x="152809" y="80460"/>
                  <a:pt x="150469" y="68141"/>
                  <a:pt x="146576" y="56756"/>
                </a:cubicBezTo>
                <a:lnTo>
                  <a:pt x="175568" y="56756"/>
                </a:lnTo>
                <a:cubicBezTo>
                  <a:pt x="181642" y="67703"/>
                  <a:pt x="185445" y="80089"/>
                  <a:pt x="186311" y="93251"/>
                </a:cubicBezTo>
                <a:close/>
                <a:moveTo>
                  <a:pt x="141930" y="45146"/>
                </a:moveTo>
                <a:cubicBezTo>
                  <a:pt x="136418" y="33233"/>
                  <a:pt x="129071" y="22703"/>
                  <a:pt x="120262" y="14209"/>
                </a:cubicBezTo>
                <a:cubicBezTo>
                  <a:pt x="139388" y="19001"/>
                  <a:pt x="156049" y="30094"/>
                  <a:pt x="167873" y="45146"/>
                </a:cubicBezTo>
                <a:lnTo>
                  <a:pt x="141930" y="45146"/>
                </a:lnTo>
                <a:close/>
                <a:moveTo>
                  <a:pt x="77850" y="14209"/>
                </a:moveTo>
                <a:cubicBezTo>
                  <a:pt x="69041" y="22703"/>
                  <a:pt x="61695" y="33233"/>
                  <a:pt x="56183" y="45146"/>
                </a:cubicBezTo>
                <a:lnTo>
                  <a:pt x="30240" y="45146"/>
                </a:lnTo>
                <a:cubicBezTo>
                  <a:pt x="42064" y="30094"/>
                  <a:pt x="58725" y="19001"/>
                  <a:pt x="77850" y="14209"/>
                </a:cubicBezTo>
                <a:close/>
                <a:moveTo>
                  <a:pt x="56183" y="152966"/>
                </a:moveTo>
                <a:cubicBezTo>
                  <a:pt x="61695" y="164880"/>
                  <a:pt x="69041" y="175410"/>
                  <a:pt x="77850" y="183904"/>
                </a:cubicBezTo>
                <a:cubicBezTo>
                  <a:pt x="58725" y="179123"/>
                  <a:pt x="42064" y="168030"/>
                  <a:pt x="30240" y="152966"/>
                </a:cubicBezTo>
                <a:lnTo>
                  <a:pt x="56183" y="152966"/>
                </a:lnTo>
                <a:close/>
                <a:moveTo>
                  <a:pt x="120262" y="183904"/>
                </a:moveTo>
                <a:cubicBezTo>
                  <a:pt x="129071" y="175410"/>
                  <a:pt x="136418" y="164880"/>
                  <a:pt x="141930" y="152966"/>
                </a:cubicBezTo>
                <a:lnTo>
                  <a:pt x="167873" y="152966"/>
                </a:lnTo>
                <a:cubicBezTo>
                  <a:pt x="156049" y="168030"/>
                  <a:pt x="139388" y="179123"/>
                  <a:pt x="120262" y="183904"/>
                </a:cubicBezTo>
                <a:close/>
              </a:path>
            </a:pathLst>
          </a:custGeom>
          <a:solidFill>
            <a:srgbClr val="FFFFFF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E2F9D7C-2EFC-4799-A14B-4DC45D200DC7}"/>
              </a:ext>
            </a:extLst>
          </p:cNvPr>
          <p:cNvSpPr/>
          <p:nvPr/>
        </p:nvSpPr>
        <p:spPr>
          <a:xfrm>
            <a:off x="187" y="-11"/>
            <a:ext cx="609592" cy="6858000"/>
          </a:xfrm>
          <a:custGeom>
            <a:avLst/>
            <a:gdLst>
              <a:gd name="connsiteX0" fmla="*/ 304796 w 609592"/>
              <a:gd name="connsiteY0" fmla="*/ 0 h 6858000"/>
              <a:gd name="connsiteX1" fmla="*/ 304796 w 609592"/>
              <a:gd name="connsiteY1" fmla="*/ 0 h 6858000"/>
              <a:gd name="connsiteX2" fmla="*/ 609593 w 609592"/>
              <a:gd name="connsiteY2" fmla="*/ 304796 h 6858000"/>
              <a:gd name="connsiteX3" fmla="*/ 609593 w 609592"/>
              <a:gd name="connsiteY3" fmla="*/ 6553204 h 6858000"/>
              <a:gd name="connsiteX4" fmla="*/ 304796 w 609592"/>
              <a:gd name="connsiteY4" fmla="*/ 6858001 h 6858000"/>
              <a:gd name="connsiteX5" fmla="*/ 304796 w 609592"/>
              <a:gd name="connsiteY5" fmla="*/ 6858001 h 6858000"/>
              <a:gd name="connsiteX6" fmla="*/ 0 w 609592"/>
              <a:gd name="connsiteY6" fmla="*/ 6553204 h 6858000"/>
              <a:gd name="connsiteX7" fmla="*/ 0 w 609592"/>
              <a:gd name="connsiteY7" fmla="*/ 304796 h 6858000"/>
              <a:gd name="connsiteX8" fmla="*/ 304796 w 60959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2" h="6858000">
                <a:moveTo>
                  <a:pt x="304796" y="0"/>
                </a:moveTo>
                <a:lnTo>
                  <a:pt x="304796" y="0"/>
                </a:lnTo>
                <a:cubicBezTo>
                  <a:pt x="472444" y="0"/>
                  <a:pt x="609593" y="137149"/>
                  <a:pt x="609593" y="304796"/>
                </a:cubicBezTo>
                <a:lnTo>
                  <a:pt x="609593" y="6553204"/>
                </a:lnTo>
                <a:cubicBezTo>
                  <a:pt x="609593" y="6720852"/>
                  <a:pt x="472444" y="6858001"/>
                  <a:pt x="304796" y="6858001"/>
                </a:cubicBezTo>
                <a:lnTo>
                  <a:pt x="304796" y="6858001"/>
                </a:lnTo>
                <a:cubicBezTo>
                  <a:pt x="137149" y="6858001"/>
                  <a:pt x="0" y="6720852"/>
                  <a:pt x="0" y="6553204"/>
                </a:cubicBezTo>
                <a:lnTo>
                  <a:pt x="0" y="304796"/>
                </a:lnTo>
                <a:cubicBezTo>
                  <a:pt x="0" y="137149"/>
                  <a:pt x="137149" y="0"/>
                  <a:pt x="304796" y="0"/>
                </a:cubicBezTo>
                <a:close/>
              </a:path>
            </a:pathLst>
          </a:custGeom>
          <a:solidFill>
            <a:srgbClr val="1C262D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C9C21A7-3DD2-427A-BCC0-1F089E0D2846}"/>
              </a:ext>
            </a:extLst>
          </p:cNvPr>
          <p:cNvSpPr/>
          <p:nvPr/>
        </p:nvSpPr>
        <p:spPr>
          <a:xfrm>
            <a:off x="114484" y="604739"/>
            <a:ext cx="380981" cy="380981"/>
          </a:xfrm>
          <a:prstGeom prst="ellipse">
            <a:avLst/>
          </a:prstGeom>
          <a:solidFill>
            <a:srgbClr val="1F48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A5F3B310-01E5-4FBF-B715-682CD2DAC58C}"/>
              </a:ext>
            </a:extLst>
          </p:cNvPr>
          <p:cNvSpPr/>
          <p:nvPr/>
        </p:nvSpPr>
        <p:spPr>
          <a:xfrm>
            <a:off x="213535" y="689803"/>
            <a:ext cx="182880" cy="182879"/>
          </a:xfrm>
          <a:custGeom>
            <a:avLst/>
            <a:gdLst>
              <a:gd name="connsiteX0" fmla="*/ 171810 w 182880"/>
              <a:gd name="connsiteY0" fmla="*/ 64294 h 182879"/>
              <a:gd name="connsiteX1" fmla="*/ 139658 w 182880"/>
              <a:gd name="connsiteY1" fmla="*/ 64294 h 182879"/>
              <a:gd name="connsiteX2" fmla="*/ 139658 w 182880"/>
              <a:gd name="connsiteY2" fmla="*/ 172170 h 182879"/>
              <a:gd name="connsiteX3" fmla="*/ 128948 w 182880"/>
              <a:gd name="connsiteY3" fmla="*/ 172170 h 182879"/>
              <a:gd name="connsiteX4" fmla="*/ 128948 w 182880"/>
              <a:gd name="connsiteY4" fmla="*/ 107156 h 182879"/>
              <a:gd name="connsiteX5" fmla="*/ 96795 w 182880"/>
              <a:gd name="connsiteY5" fmla="*/ 107156 h 182879"/>
              <a:gd name="connsiteX6" fmla="*/ 96795 w 182880"/>
              <a:gd name="connsiteY6" fmla="*/ 172170 h 182879"/>
              <a:gd name="connsiteX7" fmla="*/ 86085 w 182880"/>
              <a:gd name="connsiteY7" fmla="*/ 172170 h 182879"/>
              <a:gd name="connsiteX8" fmla="*/ 86085 w 182880"/>
              <a:gd name="connsiteY8" fmla="*/ 85725 h 182879"/>
              <a:gd name="connsiteX9" fmla="*/ 53933 w 182880"/>
              <a:gd name="connsiteY9" fmla="*/ 85725 h 182879"/>
              <a:gd name="connsiteX10" fmla="*/ 53933 w 182880"/>
              <a:gd name="connsiteY10" fmla="*/ 172170 h 182879"/>
              <a:gd name="connsiteX11" fmla="*/ 43222 w 182880"/>
              <a:gd name="connsiteY11" fmla="*/ 172170 h 182879"/>
              <a:gd name="connsiteX12" fmla="*/ 43222 w 182880"/>
              <a:gd name="connsiteY12" fmla="*/ 117866 h 182879"/>
              <a:gd name="connsiteX13" fmla="*/ 11070 w 182880"/>
              <a:gd name="connsiteY13" fmla="*/ 117866 h 182879"/>
              <a:gd name="connsiteX14" fmla="*/ 11070 w 182880"/>
              <a:gd name="connsiteY14" fmla="*/ 172170 h 182879"/>
              <a:gd name="connsiteX15" fmla="*/ 0 w 182880"/>
              <a:gd name="connsiteY15" fmla="*/ 172170 h 182879"/>
              <a:gd name="connsiteX16" fmla="*/ 0 w 182880"/>
              <a:gd name="connsiteY16" fmla="*/ 182880 h 182879"/>
              <a:gd name="connsiteX17" fmla="*/ 182880 w 182880"/>
              <a:gd name="connsiteY17" fmla="*/ 182880 h 182879"/>
              <a:gd name="connsiteX18" fmla="*/ 182880 w 182880"/>
              <a:gd name="connsiteY18" fmla="*/ 172170 h 182879"/>
              <a:gd name="connsiteX19" fmla="*/ 171810 w 182880"/>
              <a:gd name="connsiteY19" fmla="*/ 172170 h 182879"/>
              <a:gd name="connsiteX20" fmla="*/ 171810 w 182880"/>
              <a:gd name="connsiteY20" fmla="*/ 64294 h 182879"/>
              <a:gd name="connsiteX21" fmla="*/ 150379 w 182880"/>
              <a:gd name="connsiteY21" fmla="*/ 75015 h 182879"/>
              <a:gd name="connsiteX22" fmla="*/ 161089 w 182880"/>
              <a:gd name="connsiteY22" fmla="*/ 75015 h 182879"/>
              <a:gd name="connsiteX23" fmla="*/ 161089 w 182880"/>
              <a:gd name="connsiteY23" fmla="*/ 172170 h 182879"/>
              <a:gd name="connsiteX24" fmla="*/ 150379 w 182880"/>
              <a:gd name="connsiteY24" fmla="*/ 172170 h 182879"/>
              <a:gd name="connsiteX25" fmla="*/ 150379 w 182880"/>
              <a:gd name="connsiteY25" fmla="*/ 75015 h 182879"/>
              <a:gd name="connsiteX26" fmla="*/ 107516 w 182880"/>
              <a:gd name="connsiteY26" fmla="*/ 117866 h 182879"/>
              <a:gd name="connsiteX27" fmla="*/ 118226 w 182880"/>
              <a:gd name="connsiteY27" fmla="*/ 117866 h 182879"/>
              <a:gd name="connsiteX28" fmla="*/ 118226 w 182880"/>
              <a:gd name="connsiteY28" fmla="*/ 172170 h 182879"/>
              <a:gd name="connsiteX29" fmla="*/ 107516 w 182880"/>
              <a:gd name="connsiteY29" fmla="*/ 172170 h 182879"/>
              <a:gd name="connsiteX30" fmla="*/ 107516 w 182880"/>
              <a:gd name="connsiteY30" fmla="*/ 117866 h 182879"/>
              <a:gd name="connsiteX31" fmla="*/ 64654 w 182880"/>
              <a:gd name="connsiteY31" fmla="*/ 96446 h 182879"/>
              <a:gd name="connsiteX32" fmla="*/ 75364 w 182880"/>
              <a:gd name="connsiteY32" fmla="*/ 96446 h 182879"/>
              <a:gd name="connsiteX33" fmla="*/ 75364 w 182880"/>
              <a:gd name="connsiteY33" fmla="*/ 172170 h 182879"/>
              <a:gd name="connsiteX34" fmla="*/ 64654 w 182880"/>
              <a:gd name="connsiteY34" fmla="*/ 172170 h 182879"/>
              <a:gd name="connsiteX35" fmla="*/ 64654 w 182880"/>
              <a:gd name="connsiteY35" fmla="*/ 96446 h 182879"/>
              <a:gd name="connsiteX36" fmla="*/ 21791 w 182880"/>
              <a:gd name="connsiteY36" fmla="*/ 128587 h 182879"/>
              <a:gd name="connsiteX37" fmla="*/ 32501 w 182880"/>
              <a:gd name="connsiteY37" fmla="*/ 128587 h 182879"/>
              <a:gd name="connsiteX38" fmla="*/ 32501 w 182880"/>
              <a:gd name="connsiteY38" fmla="*/ 172170 h 182879"/>
              <a:gd name="connsiteX39" fmla="*/ 21791 w 182880"/>
              <a:gd name="connsiteY39" fmla="*/ 172170 h 182879"/>
              <a:gd name="connsiteX40" fmla="*/ 21791 w 182880"/>
              <a:gd name="connsiteY40" fmla="*/ 128587 h 182879"/>
              <a:gd name="connsiteX41" fmla="*/ 139658 w 182880"/>
              <a:gd name="connsiteY41" fmla="*/ 10710 h 182879"/>
              <a:gd name="connsiteX42" fmla="*/ 164531 w 182880"/>
              <a:gd name="connsiteY42" fmla="*/ 10710 h 182879"/>
              <a:gd name="connsiteX43" fmla="*/ 112883 w 182880"/>
              <a:gd name="connsiteY43" fmla="*/ 62089 h 182879"/>
              <a:gd name="connsiteX44" fmla="*/ 70020 w 182880"/>
              <a:gd name="connsiteY44" fmla="*/ 19226 h 182879"/>
              <a:gd name="connsiteX45" fmla="*/ 1575 w 182880"/>
              <a:gd name="connsiteY45" fmla="*/ 87289 h 182879"/>
              <a:gd name="connsiteX46" fmla="*/ 9135 w 182880"/>
              <a:gd name="connsiteY46" fmla="*/ 94882 h 182879"/>
              <a:gd name="connsiteX47" fmla="*/ 69998 w 182880"/>
              <a:gd name="connsiteY47" fmla="*/ 34357 h 182879"/>
              <a:gd name="connsiteX48" fmla="*/ 112860 w 182880"/>
              <a:gd name="connsiteY48" fmla="*/ 77220 h 182879"/>
              <a:gd name="connsiteX49" fmla="*/ 172159 w 182880"/>
              <a:gd name="connsiteY49" fmla="*/ 18247 h 182879"/>
              <a:gd name="connsiteX50" fmla="*/ 172159 w 182880"/>
              <a:gd name="connsiteY50" fmla="*/ 42862 h 182879"/>
              <a:gd name="connsiteX51" fmla="*/ 182880 w 182880"/>
              <a:gd name="connsiteY51" fmla="*/ 42862 h 182879"/>
              <a:gd name="connsiteX52" fmla="*/ 182880 w 182880"/>
              <a:gd name="connsiteY52" fmla="*/ 0 h 182879"/>
              <a:gd name="connsiteX53" fmla="*/ 139658 w 182880"/>
              <a:gd name="connsiteY53" fmla="*/ 0 h 182879"/>
              <a:gd name="connsiteX54" fmla="*/ 139658 w 182880"/>
              <a:gd name="connsiteY54" fmla="*/ 10710 h 182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82880" h="182879">
                <a:moveTo>
                  <a:pt x="171810" y="64294"/>
                </a:moveTo>
                <a:lnTo>
                  <a:pt x="139658" y="64294"/>
                </a:lnTo>
                <a:lnTo>
                  <a:pt x="139658" y="172170"/>
                </a:lnTo>
                <a:lnTo>
                  <a:pt x="128948" y="172170"/>
                </a:lnTo>
                <a:lnTo>
                  <a:pt x="128948" y="107156"/>
                </a:lnTo>
                <a:lnTo>
                  <a:pt x="96795" y="107156"/>
                </a:lnTo>
                <a:lnTo>
                  <a:pt x="96795" y="172170"/>
                </a:lnTo>
                <a:lnTo>
                  <a:pt x="86085" y="172170"/>
                </a:lnTo>
                <a:lnTo>
                  <a:pt x="86085" y="85725"/>
                </a:lnTo>
                <a:lnTo>
                  <a:pt x="53933" y="85725"/>
                </a:lnTo>
                <a:lnTo>
                  <a:pt x="53933" y="172170"/>
                </a:lnTo>
                <a:lnTo>
                  <a:pt x="43222" y="172170"/>
                </a:lnTo>
                <a:lnTo>
                  <a:pt x="43222" y="117866"/>
                </a:lnTo>
                <a:lnTo>
                  <a:pt x="11070" y="117866"/>
                </a:lnTo>
                <a:lnTo>
                  <a:pt x="11070" y="172170"/>
                </a:lnTo>
                <a:lnTo>
                  <a:pt x="0" y="172170"/>
                </a:lnTo>
                <a:lnTo>
                  <a:pt x="0" y="182880"/>
                </a:lnTo>
                <a:lnTo>
                  <a:pt x="182880" y="182880"/>
                </a:lnTo>
                <a:lnTo>
                  <a:pt x="182880" y="172170"/>
                </a:lnTo>
                <a:lnTo>
                  <a:pt x="171810" y="172170"/>
                </a:lnTo>
                <a:lnTo>
                  <a:pt x="171810" y="64294"/>
                </a:lnTo>
                <a:close/>
                <a:moveTo>
                  <a:pt x="150379" y="75015"/>
                </a:moveTo>
                <a:lnTo>
                  <a:pt x="161089" y="75015"/>
                </a:lnTo>
                <a:lnTo>
                  <a:pt x="161089" y="172170"/>
                </a:lnTo>
                <a:lnTo>
                  <a:pt x="150379" y="172170"/>
                </a:lnTo>
                <a:lnTo>
                  <a:pt x="150379" y="75015"/>
                </a:lnTo>
                <a:close/>
                <a:moveTo>
                  <a:pt x="107516" y="117866"/>
                </a:moveTo>
                <a:lnTo>
                  <a:pt x="118226" y="117866"/>
                </a:lnTo>
                <a:lnTo>
                  <a:pt x="118226" y="172170"/>
                </a:lnTo>
                <a:lnTo>
                  <a:pt x="107516" y="172170"/>
                </a:lnTo>
                <a:lnTo>
                  <a:pt x="107516" y="117866"/>
                </a:lnTo>
                <a:close/>
                <a:moveTo>
                  <a:pt x="64654" y="96446"/>
                </a:moveTo>
                <a:lnTo>
                  <a:pt x="75364" y="96446"/>
                </a:lnTo>
                <a:lnTo>
                  <a:pt x="75364" y="172170"/>
                </a:lnTo>
                <a:lnTo>
                  <a:pt x="64654" y="172170"/>
                </a:lnTo>
                <a:lnTo>
                  <a:pt x="64654" y="96446"/>
                </a:lnTo>
                <a:close/>
                <a:moveTo>
                  <a:pt x="21791" y="128587"/>
                </a:moveTo>
                <a:lnTo>
                  <a:pt x="32501" y="128587"/>
                </a:lnTo>
                <a:lnTo>
                  <a:pt x="32501" y="172170"/>
                </a:lnTo>
                <a:lnTo>
                  <a:pt x="21791" y="172170"/>
                </a:lnTo>
                <a:lnTo>
                  <a:pt x="21791" y="128587"/>
                </a:lnTo>
                <a:close/>
                <a:moveTo>
                  <a:pt x="139658" y="10710"/>
                </a:moveTo>
                <a:lnTo>
                  <a:pt x="164531" y="10710"/>
                </a:lnTo>
                <a:lnTo>
                  <a:pt x="112883" y="62089"/>
                </a:lnTo>
                <a:lnTo>
                  <a:pt x="70020" y="19226"/>
                </a:lnTo>
                <a:lnTo>
                  <a:pt x="1575" y="87289"/>
                </a:lnTo>
                <a:lnTo>
                  <a:pt x="9135" y="94882"/>
                </a:lnTo>
                <a:lnTo>
                  <a:pt x="69998" y="34357"/>
                </a:lnTo>
                <a:lnTo>
                  <a:pt x="112860" y="77220"/>
                </a:lnTo>
                <a:lnTo>
                  <a:pt x="172159" y="18247"/>
                </a:lnTo>
                <a:lnTo>
                  <a:pt x="172159" y="42862"/>
                </a:lnTo>
                <a:lnTo>
                  <a:pt x="182880" y="42862"/>
                </a:lnTo>
                <a:lnTo>
                  <a:pt x="182880" y="0"/>
                </a:lnTo>
                <a:lnTo>
                  <a:pt x="139658" y="0"/>
                </a:lnTo>
                <a:lnTo>
                  <a:pt x="139658" y="10710"/>
                </a:lnTo>
                <a:close/>
              </a:path>
            </a:pathLst>
          </a:custGeom>
          <a:solidFill>
            <a:srgbClr val="7E8486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0F40515-15FC-4779-ABD6-0DE4FF792C47}"/>
              </a:ext>
            </a:extLst>
          </p:cNvPr>
          <p:cNvSpPr/>
          <p:nvPr/>
        </p:nvSpPr>
        <p:spPr>
          <a:xfrm>
            <a:off x="833046" y="1969519"/>
            <a:ext cx="11122560" cy="2182271"/>
          </a:xfrm>
          <a:prstGeom prst="roundRect">
            <a:avLst>
              <a:gd name="adj" fmla="val 7371"/>
            </a:avLst>
          </a:prstGeom>
          <a:solidFill>
            <a:schemeClr val="bg1"/>
          </a:soli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8C99D7D-50B4-4F36-A8B3-F11FCF70138C}"/>
              </a:ext>
            </a:extLst>
          </p:cNvPr>
          <p:cNvSpPr/>
          <p:nvPr/>
        </p:nvSpPr>
        <p:spPr>
          <a:xfrm>
            <a:off x="833046" y="4417026"/>
            <a:ext cx="11122560" cy="2166812"/>
          </a:xfrm>
          <a:prstGeom prst="roundRect">
            <a:avLst>
              <a:gd name="adj" fmla="val 7371"/>
            </a:avLst>
          </a:prstGeom>
          <a:solidFill>
            <a:schemeClr val="bg1"/>
          </a:soli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E1595E7C-FCCD-42A1-A74F-AF2214631840}"/>
              </a:ext>
            </a:extLst>
          </p:cNvPr>
          <p:cNvGrpSpPr/>
          <p:nvPr/>
        </p:nvGrpSpPr>
        <p:grpSpPr>
          <a:xfrm>
            <a:off x="1347267" y="781243"/>
            <a:ext cx="1978392" cy="978748"/>
            <a:chOff x="833048" y="753299"/>
            <a:chExt cx="1978392" cy="978748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1046736B-03F3-45EF-B937-81B32E5A5A3A}"/>
                </a:ext>
              </a:extLst>
            </p:cNvPr>
            <p:cNvSpPr/>
            <p:nvPr/>
          </p:nvSpPr>
          <p:spPr>
            <a:xfrm>
              <a:off x="833048" y="753299"/>
              <a:ext cx="1978392" cy="978748"/>
            </a:xfrm>
            <a:prstGeom prst="roundRect">
              <a:avLst>
                <a:gd name="adj" fmla="val 14180"/>
              </a:avLst>
            </a:prstGeom>
            <a:gradFill flip="none" rotWithShape="1">
              <a:gsLst>
                <a:gs pos="73000">
                  <a:srgbClr val="000E26"/>
                </a:gs>
                <a:gs pos="100000">
                  <a:srgbClr val="1F4893"/>
                </a:gs>
              </a:gsLst>
              <a:lin ang="19200000" scaled="0"/>
              <a:tileRect/>
            </a:gradFill>
            <a:ln>
              <a:noFill/>
            </a:ln>
            <a:effectLst>
              <a:outerShdw blurRad="101600" dist="63500" dir="2700000" algn="tl" rotWithShape="0">
                <a:srgbClr val="1C262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" name="Espaço Reservado para Conteúdo 4">
              <a:extLst>
                <a:ext uri="{FF2B5EF4-FFF2-40B4-BE49-F238E27FC236}">
                  <a16:creationId xmlns:a16="http://schemas.microsoft.com/office/drawing/2014/main" id="{D49245E6-6C54-4CED-8634-0A107928EE71}"/>
                </a:ext>
              </a:extLst>
            </p:cNvPr>
            <p:cNvGrpSpPr/>
            <p:nvPr/>
          </p:nvGrpSpPr>
          <p:grpSpPr>
            <a:xfrm>
              <a:off x="990606" y="1087807"/>
              <a:ext cx="365760" cy="365771"/>
              <a:chOff x="990606" y="1087807"/>
              <a:chExt cx="365760" cy="365771"/>
            </a:xfrm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FC9A80C-6EAE-41E3-8166-7026CB6BFB5E}"/>
                  </a:ext>
                </a:extLst>
              </p:cNvPr>
              <p:cNvSpPr/>
              <p:nvPr/>
            </p:nvSpPr>
            <p:spPr>
              <a:xfrm>
                <a:off x="990606" y="1087807"/>
                <a:ext cx="365760" cy="365771"/>
              </a:xfrm>
              <a:custGeom>
                <a:avLst/>
                <a:gdLst>
                  <a:gd name="connsiteX0" fmla="*/ 182880 w 365760"/>
                  <a:gd name="connsiteY0" fmla="*/ 0 h 365771"/>
                  <a:gd name="connsiteX1" fmla="*/ 365760 w 365760"/>
                  <a:gd name="connsiteY1" fmla="*/ 182891 h 365771"/>
                  <a:gd name="connsiteX2" fmla="*/ 182880 w 365760"/>
                  <a:gd name="connsiteY2" fmla="*/ 365771 h 365771"/>
                  <a:gd name="connsiteX3" fmla="*/ 0 w 365760"/>
                  <a:gd name="connsiteY3" fmla="*/ 182891 h 365771"/>
                  <a:gd name="connsiteX4" fmla="*/ 182880 w 365760"/>
                  <a:gd name="connsiteY4" fmla="*/ 0 h 365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5760" h="365771">
                    <a:moveTo>
                      <a:pt x="182880" y="0"/>
                    </a:moveTo>
                    <a:cubicBezTo>
                      <a:pt x="283883" y="0"/>
                      <a:pt x="365760" y="81889"/>
                      <a:pt x="365760" y="182891"/>
                    </a:cubicBezTo>
                    <a:cubicBezTo>
                      <a:pt x="365760" y="283894"/>
                      <a:pt x="283883" y="365771"/>
                      <a:pt x="182880" y="365771"/>
                    </a:cubicBezTo>
                    <a:cubicBezTo>
                      <a:pt x="81878" y="365771"/>
                      <a:pt x="0" y="283894"/>
                      <a:pt x="0" y="182891"/>
                    </a:cubicBezTo>
                    <a:cubicBezTo>
                      <a:pt x="0" y="81889"/>
                      <a:pt x="81878" y="0"/>
                      <a:pt x="182880" y="0"/>
                    </a:cubicBezTo>
                    <a:close/>
                  </a:path>
                </a:pathLst>
              </a:custGeom>
              <a:solidFill>
                <a:srgbClr val="1F4A99">
                  <a:alpha val="15000"/>
                </a:srgbClr>
              </a:solidFill>
              <a:ln w="1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74593B2F-0192-4350-A999-AFC2DE80CC3B}"/>
                  </a:ext>
                </a:extLst>
              </p:cNvPr>
              <p:cNvSpPr/>
              <p:nvPr/>
            </p:nvSpPr>
            <p:spPr>
              <a:xfrm>
                <a:off x="1097287" y="1194502"/>
                <a:ext cx="152401" cy="152392"/>
              </a:xfrm>
              <a:custGeom>
                <a:avLst/>
                <a:gdLst>
                  <a:gd name="connsiteX0" fmla="*/ 97045 w 152401"/>
                  <a:gd name="connsiteY0" fmla="*/ 34504 h 152392"/>
                  <a:gd name="connsiteX1" fmla="*/ 113526 w 152401"/>
                  <a:gd name="connsiteY1" fmla="*/ 10339 h 152392"/>
                  <a:gd name="connsiteX2" fmla="*/ 114280 w 152401"/>
                  <a:gd name="connsiteY2" fmla="*/ 7144 h 152392"/>
                  <a:gd name="connsiteX3" fmla="*/ 107159 w 152401"/>
                  <a:gd name="connsiteY3" fmla="*/ 0 h 152392"/>
                  <a:gd name="connsiteX4" fmla="*/ 45250 w 152401"/>
                  <a:gd name="connsiteY4" fmla="*/ 0 h 152392"/>
                  <a:gd name="connsiteX5" fmla="*/ 45250 w 152401"/>
                  <a:gd name="connsiteY5" fmla="*/ 0 h 152392"/>
                  <a:gd name="connsiteX6" fmla="*/ 38106 w 152401"/>
                  <a:gd name="connsiteY6" fmla="*/ 7144 h 152392"/>
                  <a:gd name="connsiteX7" fmla="*/ 38860 w 152401"/>
                  <a:gd name="connsiteY7" fmla="*/ 10339 h 152392"/>
                  <a:gd name="connsiteX8" fmla="*/ 55364 w 152401"/>
                  <a:gd name="connsiteY8" fmla="*/ 34504 h 152392"/>
                  <a:gd name="connsiteX9" fmla="*/ 25 w 152401"/>
                  <a:gd name="connsiteY9" fmla="*/ 122625 h 152392"/>
                  <a:gd name="connsiteX10" fmla="*/ 32672 w 152401"/>
                  <a:gd name="connsiteY10" fmla="*/ 152392 h 152392"/>
                  <a:gd name="connsiteX11" fmla="*/ 119736 w 152401"/>
                  <a:gd name="connsiteY11" fmla="*/ 152392 h 152392"/>
                  <a:gd name="connsiteX12" fmla="*/ 152384 w 152401"/>
                  <a:gd name="connsiteY12" fmla="*/ 122625 h 152392"/>
                  <a:gd name="connsiteX13" fmla="*/ 97045 w 152401"/>
                  <a:gd name="connsiteY13" fmla="*/ 34504 h 152392"/>
                  <a:gd name="connsiteX14" fmla="*/ 93557 w 152401"/>
                  <a:gd name="connsiteY14" fmla="*/ 14287 h 152392"/>
                  <a:gd name="connsiteX15" fmla="*/ 82172 w 152401"/>
                  <a:gd name="connsiteY15" fmla="*/ 30960 h 152392"/>
                  <a:gd name="connsiteX16" fmla="*/ 70236 w 152401"/>
                  <a:gd name="connsiteY16" fmla="*/ 30960 h 152392"/>
                  <a:gd name="connsiteX17" fmla="*/ 58862 w 152401"/>
                  <a:gd name="connsiteY17" fmla="*/ 14287 h 152392"/>
                  <a:gd name="connsiteX18" fmla="*/ 93557 w 152401"/>
                  <a:gd name="connsiteY18" fmla="*/ 14287 h 152392"/>
                  <a:gd name="connsiteX19" fmla="*/ 138096 w 152401"/>
                  <a:gd name="connsiteY19" fmla="*/ 122625 h 152392"/>
                  <a:gd name="connsiteX20" fmla="*/ 119736 w 152401"/>
                  <a:gd name="connsiteY20" fmla="*/ 138105 h 152392"/>
                  <a:gd name="connsiteX21" fmla="*/ 32672 w 152401"/>
                  <a:gd name="connsiteY21" fmla="*/ 138105 h 152392"/>
                  <a:gd name="connsiteX22" fmla="*/ 14324 w 152401"/>
                  <a:gd name="connsiteY22" fmla="*/ 122625 h 152392"/>
                  <a:gd name="connsiteX23" fmla="*/ 65196 w 152401"/>
                  <a:gd name="connsiteY23" fmla="*/ 45236 h 152392"/>
                  <a:gd name="connsiteX24" fmla="*/ 87246 w 152401"/>
                  <a:gd name="connsiteY24" fmla="*/ 45236 h 152392"/>
                  <a:gd name="connsiteX25" fmla="*/ 138096 w 152401"/>
                  <a:gd name="connsiteY25" fmla="*/ 122625 h 152392"/>
                  <a:gd name="connsiteX26" fmla="*/ 138096 w 152401"/>
                  <a:gd name="connsiteY26" fmla="*/ 122625 h 152392"/>
                  <a:gd name="connsiteX27" fmla="*/ 85019 w 152401"/>
                  <a:gd name="connsiteY27" fmla="*/ 92486 h 152392"/>
                  <a:gd name="connsiteX28" fmla="*/ 70427 w 152401"/>
                  <a:gd name="connsiteY28" fmla="*/ 88166 h 152392"/>
                  <a:gd name="connsiteX29" fmla="*/ 67581 w 152401"/>
                  <a:gd name="connsiteY29" fmla="*/ 84094 h 152392"/>
                  <a:gd name="connsiteX30" fmla="*/ 71406 w 152401"/>
                  <a:gd name="connsiteY30" fmla="*/ 79864 h 152392"/>
                  <a:gd name="connsiteX31" fmla="*/ 80507 w 152401"/>
                  <a:gd name="connsiteY31" fmla="*/ 79864 h 152392"/>
                  <a:gd name="connsiteX32" fmla="*/ 84659 w 152401"/>
                  <a:gd name="connsiteY32" fmla="*/ 81056 h 152392"/>
                  <a:gd name="connsiteX33" fmla="*/ 86155 w 152401"/>
                  <a:gd name="connsiteY33" fmla="*/ 81517 h 152392"/>
                  <a:gd name="connsiteX34" fmla="*/ 87932 w 152401"/>
                  <a:gd name="connsiteY34" fmla="*/ 80831 h 152392"/>
                  <a:gd name="connsiteX35" fmla="*/ 91724 w 152401"/>
                  <a:gd name="connsiteY35" fmla="*/ 77209 h 152392"/>
                  <a:gd name="connsiteX36" fmla="*/ 92522 w 152401"/>
                  <a:gd name="connsiteY36" fmla="*/ 75352 h 152392"/>
                  <a:gd name="connsiteX37" fmla="*/ 91532 w 152401"/>
                  <a:gd name="connsiteY37" fmla="*/ 73339 h 152392"/>
                  <a:gd name="connsiteX38" fmla="*/ 81351 w 152401"/>
                  <a:gd name="connsiteY38" fmla="*/ 69716 h 152392"/>
                  <a:gd name="connsiteX39" fmla="*/ 81351 w 152401"/>
                  <a:gd name="connsiteY39" fmla="*/ 64474 h 152392"/>
                  <a:gd name="connsiteX40" fmla="*/ 78775 w 152401"/>
                  <a:gd name="connsiteY40" fmla="*/ 61909 h 152392"/>
                  <a:gd name="connsiteX41" fmla="*/ 78764 w 152401"/>
                  <a:gd name="connsiteY41" fmla="*/ 61909 h 152392"/>
                  <a:gd name="connsiteX42" fmla="*/ 73577 w 152401"/>
                  <a:gd name="connsiteY42" fmla="*/ 61909 h 152392"/>
                  <a:gd name="connsiteX43" fmla="*/ 73577 w 152401"/>
                  <a:gd name="connsiteY43" fmla="*/ 61909 h 152392"/>
                  <a:gd name="connsiteX44" fmla="*/ 70990 w 152401"/>
                  <a:gd name="connsiteY44" fmla="*/ 64474 h 152392"/>
                  <a:gd name="connsiteX45" fmla="*/ 70990 w 152401"/>
                  <a:gd name="connsiteY45" fmla="*/ 69671 h 152392"/>
                  <a:gd name="connsiteX46" fmla="*/ 57152 w 152401"/>
                  <a:gd name="connsiteY46" fmla="*/ 84128 h 152392"/>
                  <a:gd name="connsiteX47" fmla="*/ 67390 w 152401"/>
                  <a:gd name="connsiteY47" fmla="*/ 98033 h 152392"/>
                  <a:gd name="connsiteX48" fmla="*/ 81981 w 152401"/>
                  <a:gd name="connsiteY48" fmla="*/ 102364 h 152392"/>
                  <a:gd name="connsiteX49" fmla="*/ 84827 w 152401"/>
                  <a:gd name="connsiteY49" fmla="*/ 106436 h 152392"/>
                  <a:gd name="connsiteX50" fmla="*/ 81002 w 152401"/>
                  <a:gd name="connsiteY50" fmla="*/ 110666 h 152392"/>
                  <a:gd name="connsiteX51" fmla="*/ 71890 w 152401"/>
                  <a:gd name="connsiteY51" fmla="*/ 110666 h 152392"/>
                  <a:gd name="connsiteX52" fmla="*/ 67750 w 152401"/>
                  <a:gd name="connsiteY52" fmla="*/ 109474 h 152392"/>
                  <a:gd name="connsiteX53" fmla="*/ 66254 w 152401"/>
                  <a:gd name="connsiteY53" fmla="*/ 109013 h 152392"/>
                  <a:gd name="connsiteX54" fmla="*/ 64476 w 152401"/>
                  <a:gd name="connsiteY54" fmla="*/ 109699 h 152392"/>
                  <a:gd name="connsiteX55" fmla="*/ 60651 w 152401"/>
                  <a:gd name="connsiteY55" fmla="*/ 113287 h 152392"/>
                  <a:gd name="connsiteX56" fmla="*/ 59852 w 152401"/>
                  <a:gd name="connsiteY56" fmla="*/ 115144 h 152392"/>
                  <a:gd name="connsiteX57" fmla="*/ 60842 w 152401"/>
                  <a:gd name="connsiteY57" fmla="*/ 117158 h 152392"/>
                  <a:gd name="connsiteX58" fmla="*/ 71024 w 152401"/>
                  <a:gd name="connsiteY58" fmla="*/ 120780 h 152392"/>
                  <a:gd name="connsiteX59" fmla="*/ 71024 w 152401"/>
                  <a:gd name="connsiteY59" fmla="*/ 126000 h 152392"/>
                  <a:gd name="connsiteX60" fmla="*/ 73600 w 152401"/>
                  <a:gd name="connsiteY60" fmla="*/ 128565 h 152392"/>
                  <a:gd name="connsiteX61" fmla="*/ 73611 w 152401"/>
                  <a:gd name="connsiteY61" fmla="*/ 128565 h 152392"/>
                  <a:gd name="connsiteX62" fmla="*/ 78797 w 152401"/>
                  <a:gd name="connsiteY62" fmla="*/ 128565 h 152392"/>
                  <a:gd name="connsiteX63" fmla="*/ 78797 w 152401"/>
                  <a:gd name="connsiteY63" fmla="*/ 128565 h 152392"/>
                  <a:gd name="connsiteX64" fmla="*/ 81385 w 152401"/>
                  <a:gd name="connsiteY64" fmla="*/ 126000 h 152392"/>
                  <a:gd name="connsiteX65" fmla="*/ 81385 w 152401"/>
                  <a:gd name="connsiteY65" fmla="*/ 120847 h 152392"/>
                  <a:gd name="connsiteX66" fmla="*/ 95256 w 152401"/>
                  <a:gd name="connsiteY66" fmla="*/ 106391 h 152392"/>
                  <a:gd name="connsiteX67" fmla="*/ 85019 w 152401"/>
                  <a:gd name="connsiteY67" fmla="*/ 92486 h 152392"/>
                  <a:gd name="connsiteX68" fmla="*/ 85019 w 152401"/>
                  <a:gd name="connsiteY68" fmla="*/ 92486 h 15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152401" h="152392">
                    <a:moveTo>
                      <a:pt x="97045" y="34504"/>
                    </a:moveTo>
                    <a:lnTo>
                      <a:pt x="113526" y="10339"/>
                    </a:lnTo>
                    <a:cubicBezTo>
                      <a:pt x="114032" y="9349"/>
                      <a:pt x="114280" y="8246"/>
                      <a:pt x="114280" y="7144"/>
                    </a:cubicBezTo>
                    <a:cubicBezTo>
                      <a:pt x="114280" y="3206"/>
                      <a:pt x="111096" y="11"/>
                      <a:pt x="107159" y="0"/>
                    </a:cubicBezTo>
                    <a:lnTo>
                      <a:pt x="45250" y="0"/>
                    </a:lnTo>
                    <a:cubicBezTo>
                      <a:pt x="45250" y="0"/>
                      <a:pt x="45250" y="0"/>
                      <a:pt x="45250" y="0"/>
                    </a:cubicBezTo>
                    <a:cubicBezTo>
                      <a:pt x="41301" y="0"/>
                      <a:pt x="38106" y="3195"/>
                      <a:pt x="38106" y="7144"/>
                    </a:cubicBezTo>
                    <a:cubicBezTo>
                      <a:pt x="38106" y="8246"/>
                      <a:pt x="38365" y="9349"/>
                      <a:pt x="38860" y="10339"/>
                    </a:cubicBezTo>
                    <a:lnTo>
                      <a:pt x="55364" y="34504"/>
                    </a:lnTo>
                    <a:cubicBezTo>
                      <a:pt x="-2923" y="70144"/>
                      <a:pt x="25" y="116696"/>
                      <a:pt x="25" y="122625"/>
                    </a:cubicBezTo>
                    <a:cubicBezTo>
                      <a:pt x="25" y="139073"/>
                      <a:pt x="14650" y="152392"/>
                      <a:pt x="32672" y="152392"/>
                    </a:cubicBezTo>
                    <a:lnTo>
                      <a:pt x="119736" y="152392"/>
                    </a:lnTo>
                    <a:cubicBezTo>
                      <a:pt x="137770" y="152392"/>
                      <a:pt x="152384" y="139073"/>
                      <a:pt x="152384" y="122625"/>
                    </a:cubicBezTo>
                    <a:cubicBezTo>
                      <a:pt x="152384" y="116797"/>
                      <a:pt x="155005" y="69941"/>
                      <a:pt x="97045" y="34504"/>
                    </a:cubicBezTo>
                    <a:close/>
                    <a:moveTo>
                      <a:pt x="93557" y="14287"/>
                    </a:moveTo>
                    <a:lnTo>
                      <a:pt x="82172" y="30960"/>
                    </a:lnTo>
                    <a:lnTo>
                      <a:pt x="70236" y="30960"/>
                    </a:lnTo>
                    <a:lnTo>
                      <a:pt x="58862" y="14287"/>
                    </a:lnTo>
                    <a:lnTo>
                      <a:pt x="93557" y="14287"/>
                    </a:lnTo>
                    <a:close/>
                    <a:moveTo>
                      <a:pt x="138096" y="122625"/>
                    </a:moveTo>
                    <a:cubicBezTo>
                      <a:pt x="138096" y="131164"/>
                      <a:pt x="129861" y="138105"/>
                      <a:pt x="119736" y="138105"/>
                    </a:cubicBezTo>
                    <a:lnTo>
                      <a:pt x="32672" y="138105"/>
                    </a:lnTo>
                    <a:cubicBezTo>
                      <a:pt x="22559" y="138105"/>
                      <a:pt x="14324" y="131164"/>
                      <a:pt x="14324" y="122625"/>
                    </a:cubicBezTo>
                    <a:cubicBezTo>
                      <a:pt x="14076" y="98516"/>
                      <a:pt x="24032" y="70402"/>
                      <a:pt x="65196" y="45236"/>
                    </a:cubicBezTo>
                    <a:lnTo>
                      <a:pt x="87246" y="45236"/>
                    </a:lnTo>
                    <a:cubicBezTo>
                      <a:pt x="128196" y="70301"/>
                      <a:pt x="138299" y="98494"/>
                      <a:pt x="138096" y="122625"/>
                    </a:cubicBezTo>
                    <a:lnTo>
                      <a:pt x="138096" y="122625"/>
                    </a:lnTo>
                    <a:close/>
                    <a:moveTo>
                      <a:pt x="85019" y="92486"/>
                    </a:moveTo>
                    <a:lnTo>
                      <a:pt x="70427" y="88166"/>
                    </a:lnTo>
                    <a:cubicBezTo>
                      <a:pt x="68751" y="87682"/>
                      <a:pt x="67581" y="86017"/>
                      <a:pt x="67581" y="84094"/>
                    </a:cubicBezTo>
                    <a:cubicBezTo>
                      <a:pt x="67581" y="81754"/>
                      <a:pt x="69302" y="79864"/>
                      <a:pt x="71406" y="79864"/>
                    </a:cubicBezTo>
                    <a:lnTo>
                      <a:pt x="80507" y="79864"/>
                    </a:lnTo>
                    <a:cubicBezTo>
                      <a:pt x="81981" y="79864"/>
                      <a:pt x="83410" y="80280"/>
                      <a:pt x="84659" y="81056"/>
                    </a:cubicBezTo>
                    <a:cubicBezTo>
                      <a:pt x="85097" y="81349"/>
                      <a:pt x="85615" y="81517"/>
                      <a:pt x="86155" y="81517"/>
                    </a:cubicBezTo>
                    <a:cubicBezTo>
                      <a:pt x="86807" y="81517"/>
                      <a:pt x="87449" y="81270"/>
                      <a:pt x="87932" y="80831"/>
                    </a:cubicBezTo>
                    <a:lnTo>
                      <a:pt x="91724" y="77209"/>
                    </a:lnTo>
                    <a:cubicBezTo>
                      <a:pt x="92230" y="76725"/>
                      <a:pt x="92522" y="76050"/>
                      <a:pt x="92522" y="75352"/>
                    </a:cubicBezTo>
                    <a:cubicBezTo>
                      <a:pt x="92522" y="74565"/>
                      <a:pt x="92151" y="73822"/>
                      <a:pt x="91532" y="73339"/>
                    </a:cubicBezTo>
                    <a:cubicBezTo>
                      <a:pt x="88562" y="71168"/>
                      <a:pt x="85030" y="69896"/>
                      <a:pt x="81351" y="69716"/>
                    </a:cubicBezTo>
                    <a:lnTo>
                      <a:pt x="81351" y="64474"/>
                    </a:lnTo>
                    <a:cubicBezTo>
                      <a:pt x="81351" y="63056"/>
                      <a:pt x="80192" y="61909"/>
                      <a:pt x="78775" y="61909"/>
                    </a:cubicBezTo>
                    <a:cubicBezTo>
                      <a:pt x="78764" y="61909"/>
                      <a:pt x="78764" y="61909"/>
                      <a:pt x="78764" y="61909"/>
                    </a:cubicBezTo>
                    <a:lnTo>
                      <a:pt x="73577" y="61909"/>
                    </a:lnTo>
                    <a:cubicBezTo>
                      <a:pt x="73577" y="61909"/>
                      <a:pt x="73577" y="61909"/>
                      <a:pt x="73577" y="61909"/>
                    </a:cubicBezTo>
                    <a:cubicBezTo>
                      <a:pt x="72149" y="61909"/>
                      <a:pt x="71001" y="63056"/>
                      <a:pt x="70990" y="64474"/>
                    </a:cubicBezTo>
                    <a:lnTo>
                      <a:pt x="70990" y="69671"/>
                    </a:lnTo>
                    <a:cubicBezTo>
                      <a:pt x="63306" y="69885"/>
                      <a:pt x="57152" y="76275"/>
                      <a:pt x="57152" y="84128"/>
                    </a:cubicBezTo>
                    <a:cubicBezTo>
                      <a:pt x="57152" y="90529"/>
                      <a:pt x="61371" y="96244"/>
                      <a:pt x="67390" y="98033"/>
                    </a:cubicBezTo>
                    <a:lnTo>
                      <a:pt x="81981" y="102364"/>
                    </a:lnTo>
                    <a:cubicBezTo>
                      <a:pt x="83657" y="102836"/>
                      <a:pt x="84827" y="104513"/>
                      <a:pt x="84827" y="106436"/>
                    </a:cubicBezTo>
                    <a:cubicBezTo>
                      <a:pt x="84827" y="108776"/>
                      <a:pt x="83106" y="110666"/>
                      <a:pt x="81002" y="110666"/>
                    </a:cubicBezTo>
                    <a:lnTo>
                      <a:pt x="71890" y="110666"/>
                    </a:lnTo>
                    <a:cubicBezTo>
                      <a:pt x="70427" y="110655"/>
                      <a:pt x="68999" y="110250"/>
                      <a:pt x="67750" y="109474"/>
                    </a:cubicBezTo>
                    <a:cubicBezTo>
                      <a:pt x="67311" y="109170"/>
                      <a:pt x="66782" y="109013"/>
                      <a:pt x="66254" y="109013"/>
                    </a:cubicBezTo>
                    <a:cubicBezTo>
                      <a:pt x="65601" y="109013"/>
                      <a:pt x="64960" y="109260"/>
                      <a:pt x="64476" y="109699"/>
                    </a:cubicBezTo>
                    <a:lnTo>
                      <a:pt x="60651" y="113287"/>
                    </a:lnTo>
                    <a:cubicBezTo>
                      <a:pt x="60134" y="113771"/>
                      <a:pt x="59852" y="114435"/>
                      <a:pt x="59852" y="115144"/>
                    </a:cubicBezTo>
                    <a:cubicBezTo>
                      <a:pt x="59852" y="115931"/>
                      <a:pt x="60212" y="116674"/>
                      <a:pt x="60842" y="117158"/>
                    </a:cubicBezTo>
                    <a:cubicBezTo>
                      <a:pt x="63812" y="119329"/>
                      <a:pt x="67345" y="120589"/>
                      <a:pt x="71024" y="120780"/>
                    </a:cubicBezTo>
                    <a:lnTo>
                      <a:pt x="71024" y="126000"/>
                    </a:lnTo>
                    <a:cubicBezTo>
                      <a:pt x="71024" y="127429"/>
                      <a:pt x="72182" y="128565"/>
                      <a:pt x="73600" y="128565"/>
                    </a:cubicBezTo>
                    <a:cubicBezTo>
                      <a:pt x="73600" y="128565"/>
                      <a:pt x="73611" y="128565"/>
                      <a:pt x="73611" y="128565"/>
                    </a:cubicBezTo>
                    <a:lnTo>
                      <a:pt x="78797" y="128565"/>
                    </a:lnTo>
                    <a:cubicBezTo>
                      <a:pt x="78797" y="128565"/>
                      <a:pt x="78797" y="128565"/>
                      <a:pt x="78797" y="128565"/>
                    </a:cubicBezTo>
                    <a:cubicBezTo>
                      <a:pt x="80215" y="128565"/>
                      <a:pt x="81374" y="127429"/>
                      <a:pt x="81385" y="126000"/>
                    </a:cubicBezTo>
                    <a:lnTo>
                      <a:pt x="81385" y="120847"/>
                    </a:lnTo>
                    <a:cubicBezTo>
                      <a:pt x="89035" y="120656"/>
                      <a:pt x="95222" y="114244"/>
                      <a:pt x="95256" y="106391"/>
                    </a:cubicBezTo>
                    <a:cubicBezTo>
                      <a:pt x="95256" y="99990"/>
                      <a:pt x="91037" y="94286"/>
                      <a:pt x="85019" y="92486"/>
                    </a:cubicBezTo>
                    <a:lnTo>
                      <a:pt x="85019" y="92486"/>
                    </a:lnTo>
                    <a:close/>
                  </a:path>
                </a:pathLst>
              </a:custGeom>
              <a:solidFill>
                <a:srgbClr val="1F4A99"/>
              </a:solidFill>
              <a:ln w="1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B0A44B01-F29B-45E2-8ED1-84B19CEB9F96}"/>
              </a:ext>
            </a:extLst>
          </p:cNvPr>
          <p:cNvGrpSpPr/>
          <p:nvPr/>
        </p:nvGrpSpPr>
        <p:grpSpPr>
          <a:xfrm>
            <a:off x="4162378" y="781243"/>
            <a:ext cx="1980000" cy="978748"/>
            <a:chOff x="3106742" y="781243"/>
            <a:chExt cx="1980000" cy="978748"/>
          </a:xfrm>
        </p:grpSpPr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9BE84318-9153-4E39-BCF8-84DC4D012A2D}"/>
                </a:ext>
              </a:extLst>
            </p:cNvPr>
            <p:cNvSpPr/>
            <p:nvPr/>
          </p:nvSpPr>
          <p:spPr>
            <a:xfrm>
              <a:off x="3106742" y="781243"/>
              <a:ext cx="1980000" cy="978748"/>
            </a:xfrm>
            <a:prstGeom prst="roundRect">
              <a:avLst>
                <a:gd name="adj" fmla="val 14180"/>
              </a:avLst>
            </a:prstGeom>
            <a:gradFill flip="none" rotWithShape="1">
              <a:gsLst>
                <a:gs pos="73000">
                  <a:srgbClr val="000E26"/>
                </a:gs>
                <a:gs pos="100000">
                  <a:schemeClr val="accent4"/>
                </a:gs>
              </a:gsLst>
              <a:lin ang="19200000" scaled="0"/>
              <a:tileRect/>
            </a:gradFill>
            <a:ln>
              <a:noFill/>
            </a:ln>
            <a:effectLst>
              <a:outerShdw blurRad="101600" dist="63500" dir="2700000" algn="tl" rotWithShape="0">
                <a:srgbClr val="1C262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" name="Espaço Reservado para Conteúdo 4">
              <a:extLst>
                <a:ext uri="{FF2B5EF4-FFF2-40B4-BE49-F238E27FC236}">
                  <a16:creationId xmlns:a16="http://schemas.microsoft.com/office/drawing/2014/main" id="{124748E8-E05E-4885-9351-44790F6F62E3}"/>
                </a:ext>
              </a:extLst>
            </p:cNvPr>
            <p:cNvGrpSpPr/>
            <p:nvPr/>
          </p:nvGrpSpPr>
          <p:grpSpPr>
            <a:xfrm>
              <a:off x="3274075" y="1087818"/>
              <a:ext cx="365759" cy="365759"/>
              <a:chOff x="3274075" y="1087818"/>
              <a:chExt cx="365759" cy="365759"/>
            </a:xfrm>
          </p:grpSpPr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7D0AC09F-D1AA-4D84-83FF-BF80ECDA2DFD}"/>
                  </a:ext>
                </a:extLst>
              </p:cNvPr>
              <p:cNvSpPr/>
              <p:nvPr/>
            </p:nvSpPr>
            <p:spPr>
              <a:xfrm>
                <a:off x="3274075" y="1087818"/>
                <a:ext cx="365759" cy="365759"/>
              </a:xfrm>
              <a:custGeom>
                <a:avLst/>
                <a:gdLst>
                  <a:gd name="connsiteX0" fmla="*/ 182880 w 365759"/>
                  <a:gd name="connsiteY0" fmla="*/ 0 h 365759"/>
                  <a:gd name="connsiteX1" fmla="*/ 365760 w 365759"/>
                  <a:gd name="connsiteY1" fmla="*/ 182880 h 365759"/>
                  <a:gd name="connsiteX2" fmla="*/ 182880 w 365759"/>
                  <a:gd name="connsiteY2" fmla="*/ 365760 h 365759"/>
                  <a:gd name="connsiteX3" fmla="*/ 0 w 365759"/>
                  <a:gd name="connsiteY3" fmla="*/ 182880 h 365759"/>
                  <a:gd name="connsiteX4" fmla="*/ 182880 w 365759"/>
                  <a:gd name="connsiteY4" fmla="*/ 0 h 3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5759" h="365759">
                    <a:moveTo>
                      <a:pt x="182880" y="0"/>
                    </a:moveTo>
                    <a:cubicBezTo>
                      <a:pt x="283882" y="0"/>
                      <a:pt x="365760" y="81877"/>
                      <a:pt x="365760" y="182880"/>
                    </a:cubicBezTo>
                    <a:cubicBezTo>
                      <a:pt x="365760" y="283883"/>
                      <a:pt x="283882" y="365760"/>
                      <a:pt x="182880" y="365760"/>
                    </a:cubicBezTo>
                    <a:cubicBezTo>
                      <a:pt x="81878" y="365760"/>
                      <a:pt x="0" y="283883"/>
                      <a:pt x="0" y="182880"/>
                    </a:cubicBezTo>
                    <a:cubicBezTo>
                      <a:pt x="0" y="81877"/>
                      <a:pt x="81878" y="0"/>
                      <a:pt x="182880" y="0"/>
                    </a:cubicBezTo>
                    <a:close/>
                  </a:path>
                </a:pathLst>
              </a:custGeom>
              <a:solidFill>
                <a:srgbClr val="F1963A">
                  <a:alpha val="15000"/>
                </a:srgbClr>
              </a:solidFill>
              <a:ln w="1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3F2B28B4-1E5C-4E8F-8B6F-BF08012F49C2}"/>
                  </a:ext>
                </a:extLst>
              </p:cNvPr>
              <p:cNvSpPr/>
              <p:nvPr/>
            </p:nvSpPr>
            <p:spPr>
              <a:xfrm>
                <a:off x="3380759" y="1194502"/>
                <a:ext cx="152392" cy="152392"/>
              </a:xfrm>
              <a:custGeom>
                <a:avLst/>
                <a:gdLst>
                  <a:gd name="connsiteX0" fmla="*/ 67151 w 152392"/>
                  <a:gd name="connsiteY0" fmla="*/ 69142 h 152392"/>
                  <a:gd name="connsiteX1" fmla="*/ 82057 w 152392"/>
                  <a:gd name="connsiteY1" fmla="*/ 73395 h 152392"/>
                  <a:gd name="connsiteX2" fmla="*/ 83880 w 152392"/>
                  <a:gd name="connsiteY2" fmla="*/ 75814 h 152392"/>
                  <a:gd name="connsiteX3" fmla="*/ 81371 w 152392"/>
                  <a:gd name="connsiteY3" fmla="*/ 78311 h 152392"/>
                  <a:gd name="connsiteX4" fmla="*/ 71617 w 152392"/>
                  <a:gd name="connsiteY4" fmla="*/ 78311 h 152392"/>
                  <a:gd name="connsiteX5" fmla="*/ 68546 w 152392"/>
                  <a:gd name="connsiteY5" fmla="*/ 77659 h 152392"/>
                  <a:gd name="connsiteX6" fmla="*/ 64350 w 152392"/>
                  <a:gd name="connsiteY6" fmla="*/ 78255 h 152392"/>
                  <a:gd name="connsiteX7" fmla="*/ 59141 w 152392"/>
                  <a:gd name="connsiteY7" fmla="*/ 83464 h 152392"/>
                  <a:gd name="connsiteX8" fmla="*/ 59591 w 152392"/>
                  <a:gd name="connsiteY8" fmla="*/ 88931 h 152392"/>
                  <a:gd name="connsiteX9" fmla="*/ 69052 w 152392"/>
                  <a:gd name="connsiteY9" fmla="*/ 92362 h 152392"/>
                  <a:gd name="connsiteX10" fmla="*/ 69052 w 152392"/>
                  <a:gd name="connsiteY10" fmla="*/ 97628 h 152392"/>
                  <a:gd name="connsiteX11" fmla="*/ 73811 w 152392"/>
                  <a:gd name="connsiteY11" fmla="*/ 102386 h 152392"/>
                  <a:gd name="connsiteX12" fmla="*/ 78581 w 152392"/>
                  <a:gd name="connsiteY12" fmla="*/ 102386 h 152392"/>
                  <a:gd name="connsiteX13" fmla="*/ 83340 w 152392"/>
                  <a:gd name="connsiteY13" fmla="*/ 97628 h 152392"/>
                  <a:gd name="connsiteX14" fmla="*/ 83340 w 152392"/>
                  <a:gd name="connsiteY14" fmla="*/ 92385 h 152392"/>
                  <a:gd name="connsiteX15" fmla="*/ 98010 w 152392"/>
                  <a:gd name="connsiteY15" fmla="*/ 73631 h 152392"/>
                  <a:gd name="connsiteX16" fmla="*/ 85241 w 152392"/>
                  <a:gd name="connsiteY16" fmla="*/ 59434 h 152392"/>
                  <a:gd name="connsiteX17" fmla="*/ 70335 w 152392"/>
                  <a:gd name="connsiteY17" fmla="*/ 55181 h 152392"/>
                  <a:gd name="connsiteX18" fmla="*/ 68512 w 152392"/>
                  <a:gd name="connsiteY18" fmla="*/ 52774 h 152392"/>
                  <a:gd name="connsiteX19" fmla="*/ 71021 w 152392"/>
                  <a:gd name="connsiteY19" fmla="*/ 50265 h 152392"/>
                  <a:gd name="connsiteX20" fmla="*/ 80775 w 152392"/>
                  <a:gd name="connsiteY20" fmla="*/ 50265 h 152392"/>
                  <a:gd name="connsiteX21" fmla="*/ 83846 w 152392"/>
                  <a:gd name="connsiteY21" fmla="*/ 50929 h 152392"/>
                  <a:gd name="connsiteX22" fmla="*/ 88042 w 152392"/>
                  <a:gd name="connsiteY22" fmla="*/ 50332 h 152392"/>
                  <a:gd name="connsiteX23" fmla="*/ 93251 w 152392"/>
                  <a:gd name="connsiteY23" fmla="*/ 45124 h 152392"/>
                  <a:gd name="connsiteX24" fmla="*/ 92801 w 152392"/>
                  <a:gd name="connsiteY24" fmla="*/ 39645 h 152392"/>
                  <a:gd name="connsiteX25" fmla="*/ 83340 w 152392"/>
                  <a:gd name="connsiteY25" fmla="*/ 36225 h 152392"/>
                  <a:gd name="connsiteX26" fmla="*/ 83340 w 152392"/>
                  <a:gd name="connsiteY26" fmla="*/ 30949 h 152392"/>
                  <a:gd name="connsiteX27" fmla="*/ 78581 w 152392"/>
                  <a:gd name="connsiteY27" fmla="*/ 26190 h 152392"/>
                  <a:gd name="connsiteX28" fmla="*/ 73811 w 152392"/>
                  <a:gd name="connsiteY28" fmla="*/ 26190 h 152392"/>
                  <a:gd name="connsiteX29" fmla="*/ 69052 w 152392"/>
                  <a:gd name="connsiteY29" fmla="*/ 30949 h 152392"/>
                  <a:gd name="connsiteX30" fmla="*/ 69052 w 152392"/>
                  <a:gd name="connsiteY30" fmla="*/ 36191 h 152392"/>
                  <a:gd name="connsiteX31" fmla="*/ 54382 w 152392"/>
                  <a:gd name="connsiteY31" fmla="*/ 54945 h 152392"/>
                  <a:gd name="connsiteX32" fmla="*/ 67151 w 152392"/>
                  <a:gd name="connsiteY32" fmla="*/ 69142 h 152392"/>
                  <a:gd name="connsiteX33" fmla="*/ 67151 w 152392"/>
                  <a:gd name="connsiteY33" fmla="*/ 69142 h 152392"/>
                  <a:gd name="connsiteX34" fmla="*/ 142875 w 152392"/>
                  <a:gd name="connsiteY34" fmla="*/ 95242 h 152392"/>
                  <a:gd name="connsiteX35" fmla="*/ 132547 w 152392"/>
                  <a:gd name="connsiteY35" fmla="*/ 95242 h 152392"/>
                  <a:gd name="connsiteX36" fmla="*/ 140490 w 152392"/>
                  <a:gd name="connsiteY36" fmla="*/ 64294 h 152392"/>
                  <a:gd name="connsiteX37" fmla="*/ 76196 w 152392"/>
                  <a:gd name="connsiteY37" fmla="*/ 0 h 152392"/>
                  <a:gd name="connsiteX38" fmla="*/ 11902 w 152392"/>
                  <a:gd name="connsiteY38" fmla="*/ 64294 h 152392"/>
                  <a:gd name="connsiteX39" fmla="*/ 19845 w 152392"/>
                  <a:gd name="connsiteY39" fmla="*/ 95242 h 152392"/>
                  <a:gd name="connsiteX40" fmla="*/ 9517 w 152392"/>
                  <a:gd name="connsiteY40" fmla="*/ 95242 h 152392"/>
                  <a:gd name="connsiteX41" fmla="*/ 0 w 152392"/>
                  <a:gd name="connsiteY41" fmla="*/ 106672 h 152392"/>
                  <a:gd name="connsiteX42" fmla="*/ 0 w 152392"/>
                  <a:gd name="connsiteY42" fmla="*/ 140962 h 152392"/>
                  <a:gd name="connsiteX43" fmla="*/ 9517 w 152392"/>
                  <a:gd name="connsiteY43" fmla="*/ 152392 h 152392"/>
                  <a:gd name="connsiteX44" fmla="*/ 142875 w 152392"/>
                  <a:gd name="connsiteY44" fmla="*/ 152392 h 152392"/>
                  <a:gd name="connsiteX45" fmla="*/ 152392 w 152392"/>
                  <a:gd name="connsiteY45" fmla="*/ 140962 h 152392"/>
                  <a:gd name="connsiteX46" fmla="*/ 152392 w 152392"/>
                  <a:gd name="connsiteY46" fmla="*/ 106672 h 152392"/>
                  <a:gd name="connsiteX47" fmla="*/ 142875 w 152392"/>
                  <a:gd name="connsiteY47" fmla="*/ 95242 h 152392"/>
                  <a:gd name="connsiteX48" fmla="*/ 76196 w 152392"/>
                  <a:gd name="connsiteY48" fmla="*/ 14287 h 152392"/>
                  <a:gd name="connsiteX49" fmla="*/ 126202 w 152392"/>
                  <a:gd name="connsiteY49" fmla="*/ 64294 h 152392"/>
                  <a:gd name="connsiteX50" fmla="*/ 76196 w 152392"/>
                  <a:gd name="connsiteY50" fmla="*/ 114300 h 152392"/>
                  <a:gd name="connsiteX51" fmla="*/ 26190 w 152392"/>
                  <a:gd name="connsiteY51" fmla="*/ 64294 h 152392"/>
                  <a:gd name="connsiteX52" fmla="*/ 76196 w 152392"/>
                  <a:gd name="connsiteY52" fmla="*/ 14287 h 152392"/>
                  <a:gd name="connsiteX53" fmla="*/ 138105 w 152392"/>
                  <a:gd name="connsiteY53" fmla="*/ 138105 h 152392"/>
                  <a:gd name="connsiteX54" fmla="*/ 14287 w 152392"/>
                  <a:gd name="connsiteY54" fmla="*/ 138105 h 152392"/>
                  <a:gd name="connsiteX55" fmla="*/ 14287 w 152392"/>
                  <a:gd name="connsiteY55" fmla="*/ 109530 h 152392"/>
                  <a:gd name="connsiteX56" fmla="*/ 30532 w 152392"/>
                  <a:gd name="connsiteY56" fmla="*/ 109530 h 152392"/>
                  <a:gd name="connsiteX57" fmla="*/ 42649 w 152392"/>
                  <a:gd name="connsiteY57" fmla="*/ 119059 h 152392"/>
                  <a:gd name="connsiteX58" fmla="*/ 30948 w 152392"/>
                  <a:gd name="connsiteY58" fmla="*/ 119059 h 152392"/>
                  <a:gd name="connsiteX59" fmla="*/ 28575 w 152392"/>
                  <a:gd name="connsiteY59" fmla="*/ 121444 h 152392"/>
                  <a:gd name="connsiteX60" fmla="*/ 28575 w 152392"/>
                  <a:gd name="connsiteY60" fmla="*/ 126202 h 152392"/>
                  <a:gd name="connsiteX61" fmla="*/ 30948 w 152392"/>
                  <a:gd name="connsiteY61" fmla="*/ 128587 h 152392"/>
                  <a:gd name="connsiteX62" fmla="*/ 121444 w 152392"/>
                  <a:gd name="connsiteY62" fmla="*/ 128587 h 152392"/>
                  <a:gd name="connsiteX63" fmla="*/ 123817 w 152392"/>
                  <a:gd name="connsiteY63" fmla="*/ 126202 h 152392"/>
                  <a:gd name="connsiteX64" fmla="*/ 123817 w 152392"/>
                  <a:gd name="connsiteY64" fmla="*/ 121444 h 152392"/>
                  <a:gd name="connsiteX65" fmla="*/ 121444 w 152392"/>
                  <a:gd name="connsiteY65" fmla="*/ 119059 h 152392"/>
                  <a:gd name="connsiteX66" fmla="*/ 109744 w 152392"/>
                  <a:gd name="connsiteY66" fmla="*/ 119059 h 152392"/>
                  <a:gd name="connsiteX67" fmla="*/ 121860 w 152392"/>
                  <a:gd name="connsiteY67" fmla="*/ 109530 h 152392"/>
                  <a:gd name="connsiteX68" fmla="*/ 138105 w 152392"/>
                  <a:gd name="connsiteY68" fmla="*/ 109530 h 152392"/>
                  <a:gd name="connsiteX69" fmla="*/ 138105 w 152392"/>
                  <a:gd name="connsiteY69" fmla="*/ 138105 h 15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152392" h="152392">
                    <a:moveTo>
                      <a:pt x="67151" y="69142"/>
                    </a:moveTo>
                    <a:lnTo>
                      <a:pt x="82057" y="73395"/>
                    </a:lnTo>
                    <a:cubicBezTo>
                      <a:pt x="83126" y="73699"/>
                      <a:pt x="83880" y="74711"/>
                      <a:pt x="83880" y="75814"/>
                    </a:cubicBezTo>
                    <a:cubicBezTo>
                      <a:pt x="83880" y="77175"/>
                      <a:pt x="82744" y="78311"/>
                      <a:pt x="81371" y="78311"/>
                    </a:cubicBezTo>
                    <a:lnTo>
                      <a:pt x="71617" y="78311"/>
                    </a:lnTo>
                    <a:cubicBezTo>
                      <a:pt x="70537" y="78311"/>
                      <a:pt x="69502" y="78075"/>
                      <a:pt x="68546" y="77659"/>
                    </a:cubicBezTo>
                    <a:cubicBezTo>
                      <a:pt x="67117" y="76995"/>
                      <a:pt x="65452" y="77152"/>
                      <a:pt x="64350" y="78255"/>
                    </a:cubicBezTo>
                    <a:lnTo>
                      <a:pt x="59141" y="83464"/>
                    </a:lnTo>
                    <a:cubicBezTo>
                      <a:pt x="57566" y="85039"/>
                      <a:pt x="57746" y="87716"/>
                      <a:pt x="59591" y="88931"/>
                    </a:cubicBezTo>
                    <a:cubicBezTo>
                      <a:pt x="62415" y="90810"/>
                      <a:pt x="65655" y="91946"/>
                      <a:pt x="69052" y="92362"/>
                    </a:cubicBezTo>
                    <a:lnTo>
                      <a:pt x="69052" y="97628"/>
                    </a:lnTo>
                    <a:cubicBezTo>
                      <a:pt x="69052" y="100249"/>
                      <a:pt x="71190" y="102386"/>
                      <a:pt x="73811" y="102386"/>
                    </a:cubicBezTo>
                    <a:lnTo>
                      <a:pt x="78581" y="102386"/>
                    </a:lnTo>
                    <a:cubicBezTo>
                      <a:pt x="81191" y="102386"/>
                      <a:pt x="83340" y="100249"/>
                      <a:pt x="83340" y="97628"/>
                    </a:cubicBezTo>
                    <a:lnTo>
                      <a:pt x="83340" y="92385"/>
                    </a:lnTo>
                    <a:cubicBezTo>
                      <a:pt x="92362" y="91316"/>
                      <a:pt x="99236" y="83160"/>
                      <a:pt x="98010" y="73631"/>
                    </a:cubicBezTo>
                    <a:cubicBezTo>
                      <a:pt x="97155" y="66791"/>
                      <a:pt x="91856" y="61346"/>
                      <a:pt x="85241" y="59434"/>
                    </a:cubicBezTo>
                    <a:lnTo>
                      <a:pt x="70335" y="55181"/>
                    </a:lnTo>
                    <a:cubicBezTo>
                      <a:pt x="69255" y="54889"/>
                      <a:pt x="68512" y="53876"/>
                      <a:pt x="68512" y="52774"/>
                    </a:cubicBezTo>
                    <a:cubicBezTo>
                      <a:pt x="68512" y="51401"/>
                      <a:pt x="69649" y="50265"/>
                      <a:pt x="71021" y="50265"/>
                    </a:cubicBezTo>
                    <a:lnTo>
                      <a:pt x="80775" y="50265"/>
                    </a:lnTo>
                    <a:cubicBezTo>
                      <a:pt x="81855" y="50265"/>
                      <a:pt x="82890" y="50513"/>
                      <a:pt x="83846" y="50929"/>
                    </a:cubicBezTo>
                    <a:cubicBezTo>
                      <a:pt x="85275" y="51581"/>
                      <a:pt x="86940" y="51435"/>
                      <a:pt x="88042" y="50332"/>
                    </a:cubicBezTo>
                    <a:lnTo>
                      <a:pt x="93251" y="45124"/>
                    </a:lnTo>
                    <a:cubicBezTo>
                      <a:pt x="94826" y="43549"/>
                      <a:pt x="94646" y="40860"/>
                      <a:pt x="92801" y="39645"/>
                    </a:cubicBezTo>
                    <a:cubicBezTo>
                      <a:pt x="89977" y="37766"/>
                      <a:pt x="86737" y="36641"/>
                      <a:pt x="83340" y="36225"/>
                    </a:cubicBezTo>
                    <a:lnTo>
                      <a:pt x="83340" y="30949"/>
                    </a:lnTo>
                    <a:cubicBezTo>
                      <a:pt x="83340" y="28327"/>
                      <a:pt x="81191" y="26190"/>
                      <a:pt x="78581" y="26190"/>
                    </a:cubicBezTo>
                    <a:lnTo>
                      <a:pt x="73811" y="26190"/>
                    </a:lnTo>
                    <a:cubicBezTo>
                      <a:pt x="71190" y="26190"/>
                      <a:pt x="69052" y="28327"/>
                      <a:pt x="69052" y="30949"/>
                    </a:cubicBezTo>
                    <a:lnTo>
                      <a:pt x="69052" y="36191"/>
                    </a:lnTo>
                    <a:cubicBezTo>
                      <a:pt x="60030" y="37260"/>
                      <a:pt x="53156" y="45416"/>
                      <a:pt x="54382" y="54945"/>
                    </a:cubicBezTo>
                    <a:cubicBezTo>
                      <a:pt x="55237" y="61785"/>
                      <a:pt x="60514" y="67241"/>
                      <a:pt x="67151" y="69142"/>
                    </a:cubicBezTo>
                    <a:lnTo>
                      <a:pt x="67151" y="69142"/>
                    </a:lnTo>
                    <a:close/>
                    <a:moveTo>
                      <a:pt x="142875" y="95242"/>
                    </a:moveTo>
                    <a:lnTo>
                      <a:pt x="132547" y="95242"/>
                    </a:lnTo>
                    <a:cubicBezTo>
                      <a:pt x="137599" y="86051"/>
                      <a:pt x="140490" y="75510"/>
                      <a:pt x="140490" y="64294"/>
                    </a:cubicBezTo>
                    <a:cubicBezTo>
                      <a:pt x="140490" y="28777"/>
                      <a:pt x="111712" y="0"/>
                      <a:pt x="76196" y="0"/>
                    </a:cubicBezTo>
                    <a:cubicBezTo>
                      <a:pt x="40680" y="0"/>
                      <a:pt x="11902" y="28777"/>
                      <a:pt x="11902" y="64294"/>
                    </a:cubicBezTo>
                    <a:cubicBezTo>
                      <a:pt x="11902" y="75510"/>
                      <a:pt x="14794" y="86051"/>
                      <a:pt x="19845" y="95242"/>
                    </a:cubicBezTo>
                    <a:lnTo>
                      <a:pt x="9517" y="95242"/>
                    </a:lnTo>
                    <a:cubicBezTo>
                      <a:pt x="4252" y="95242"/>
                      <a:pt x="0" y="100361"/>
                      <a:pt x="0" y="106672"/>
                    </a:cubicBezTo>
                    <a:lnTo>
                      <a:pt x="0" y="140962"/>
                    </a:lnTo>
                    <a:cubicBezTo>
                      <a:pt x="0" y="147274"/>
                      <a:pt x="4252" y="152392"/>
                      <a:pt x="9517" y="152392"/>
                    </a:cubicBezTo>
                    <a:lnTo>
                      <a:pt x="142875" y="152392"/>
                    </a:lnTo>
                    <a:cubicBezTo>
                      <a:pt x="148140" y="152392"/>
                      <a:pt x="152392" y="147274"/>
                      <a:pt x="152392" y="140962"/>
                    </a:cubicBezTo>
                    <a:lnTo>
                      <a:pt x="152392" y="106672"/>
                    </a:lnTo>
                    <a:cubicBezTo>
                      <a:pt x="152392" y="100361"/>
                      <a:pt x="148140" y="95242"/>
                      <a:pt x="142875" y="95242"/>
                    </a:cubicBezTo>
                    <a:close/>
                    <a:moveTo>
                      <a:pt x="76196" y="14287"/>
                    </a:moveTo>
                    <a:cubicBezTo>
                      <a:pt x="103759" y="14287"/>
                      <a:pt x="126202" y="36731"/>
                      <a:pt x="126202" y="64294"/>
                    </a:cubicBezTo>
                    <a:cubicBezTo>
                      <a:pt x="126202" y="91856"/>
                      <a:pt x="103759" y="114300"/>
                      <a:pt x="76196" y="114300"/>
                    </a:cubicBezTo>
                    <a:cubicBezTo>
                      <a:pt x="48634" y="114300"/>
                      <a:pt x="26190" y="91856"/>
                      <a:pt x="26190" y="64294"/>
                    </a:cubicBezTo>
                    <a:cubicBezTo>
                      <a:pt x="26190" y="36731"/>
                      <a:pt x="48634" y="14287"/>
                      <a:pt x="76196" y="14287"/>
                    </a:cubicBezTo>
                    <a:close/>
                    <a:moveTo>
                      <a:pt x="138105" y="138105"/>
                    </a:moveTo>
                    <a:lnTo>
                      <a:pt x="14287" y="138105"/>
                    </a:lnTo>
                    <a:lnTo>
                      <a:pt x="14287" y="109530"/>
                    </a:lnTo>
                    <a:lnTo>
                      <a:pt x="30532" y="109530"/>
                    </a:lnTo>
                    <a:cubicBezTo>
                      <a:pt x="34166" y="113197"/>
                      <a:pt x="38239" y="116347"/>
                      <a:pt x="42649" y="119059"/>
                    </a:cubicBezTo>
                    <a:lnTo>
                      <a:pt x="30948" y="119059"/>
                    </a:lnTo>
                    <a:cubicBezTo>
                      <a:pt x="29644" y="119059"/>
                      <a:pt x="28575" y="120128"/>
                      <a:pt x="28575" y="121444"/>
                    </a:cubicBezTo>
                    <a:lnTo>
                      <a:pt x="28575" y="126202"/>
                    </a:lnTo>
                    <a:cubicBezTo>
                      <a:pt x="28575" y="127507"/>
                      <a:pt x="29644" y="128587"/>
                      <a:pt x="30948" y="128587"/>
                    </a:cubicBezTo>
                    <a:lnTo>
                      <a:pt x="121444" y="128587"/>
                    </a:lnTo>
                    <a:cubicBezTo>
                      <a:pt x="122749" y="128587"/>
                      <a:pt x="123817" y="127507"/>
                      <a:pt x="123817" y="126202"/>
                    </a:cubicBezTo>
                    <a:lnTo>
                      <a:pt x="123817" y="121444"/>
                    </a:lnTo>
                    <a:cubicBezTo>
                      <a:pt x="123817" y="120128"/>
                      <a:pt x="122749" y="119059"/>
                      <a:pt x="121444" y="119059"/>
                    </a:cubicBezTo>
                    <a:lnTo>
                      <a:pt x="109744" y="119059"/>
                    </a:lnTo>
                    <a:cubicBezTo>
                      <a:pt x="114142" y="116347"/>
                      <a:pt x="118226" y="113197"/>
                      <a:pt x="121860" y="109530"/>
                    </a:cubicBezTo>
                    <a:lnTo>
                      <a:pt x="138105" y="109530"/>
                    </a:lnTo>
                    <a:lnTo>
                      <a:pt x="138105" y="138105"/>
                    </a:lnTo>
                    <a:close/>
                  </a:path>
                </a:pathLst>
              </a:custGeom>
              <a:solidFill>
                <a:srgbClr val="F1963A"/>
              </a:solidFill>
              <a:ln w="1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3095A22-7BB5-44F6-84A0-7704EF2F5957}"/>
              </a:ext>
            </a:extLst>
          </p:cNvPr>
          <p:cNvGrpSpPr/>
          <p:nvPr/>
        </p:nvGrpSpPr>
        <p:grpSpPr>
          <a:xfrm>
            <a:off x="6884394" y="781243"/>
            <a:ext cx="1980000" cy="978748"/>
            <a:chOff x="5410795" y="778790"/>
            <a:chExt cx="1980000" cy="978748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D564039-4FA8-4605-B23F-3CE0B40BD588}"/>
                </a:ext>
              </a:extLst>
            </p:cNvPr>
            <p:cNvSpPr/>
            <p:nvPr/>
          </p:nvSpPr>
          <p:spPr>
            <a:xfrm>
              <a:off x="5410795" y="778790"/>
              <a:ext cx="1980000" cy="978748"/>
            </a:xfrm>
            <a:prstGeom prst="roundRect">
              <a:avLst>
                <a:gd name="adj" fmla="val 14180"/>
              </a:avLst>
            </a:prstGeom>
            <a:gradFill flip="none" rotWithShape="1">
              <a:gsLst>
                <a:gs pos="73000">
                  <a:srgbClr val="000E26"/>
                </a:gs>
                <a:gs pos="100000">
                  <a:schemeClr val="accent5"/>
                </a:gs>
              </a:gsLst>
              <a:lin ang="19200000" scaled="0"/>
              <a:tileRect/>
            </a:gradFill>
            <a:ln>
              <a:noFill/>
            </a:ln>
            <a:effectLst>
              <a:outerShdw blurRad="101600" dist="63500" dir="2700000" algn="tl" rotWithShape="0">
                <a:srgbClr val="1C262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" name="Espaço Reservado para Conteúdo 4">
              <a:extLst>
                <a:ext uri="{FF2B5EF4-FFF2-40B4-BE49-F238E27FC236}">
                  <a16:creationId xmlns:a16="http://schemas.microsoft.com/office/drawing/2014/main" id="{77DDA937-43D4-4B46-99E1-3B9BA0D5DA00}"/>
                </a:ext>
              </a:extLst>
            </p:cNvPr>
            <p:cNvGrpSpPr/>
            <p:nvPr/>
          </p:nvGrpSpPr>
          <p:grpSpPr>
            <a:xfrm>
              <a:off x="5557544" y="1087818"/>
              <a:ext cx="365760" cy="365759"/>
              <a:chOff x="5557544" y="1087818"/>
              <a:chExt cx="365760" cy="365759"/>
            </a:xfrm>
          </p:grpSpPr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1CE809FC-DA38-49B2-8989-8F61C17B6059}"/>
                  </a:ext>
                </a:extLst>
              </p:cNvPr>
              <p:cNvSpPr/>
              <p:nvPr/>
            </p:nvSpPr>
            <p:spPr>
              <a:xfrm>
                <a:off x="5557544" y="1087818"/>
                <a:ext cx="365760" cy="365759"/>
              </a:xfrm>
              <a:custGeom>
                <a:avLst/>
                <a:gdLst>
                  <a:gd name="connsiteX0" fmla="*/ 182880 w 365760"/>
                  <a:gd name="connsiteY0" fmla="*/ 0 h 365759"/>
                  <a:gd name="connsiteX1" fmla="*/ 365760 w 365760"/>
                  <a:gd name="connsiteY1" fmla="*/ 182880 h 365759"/>
                  <a:gd name="connsiteX2" fmla="*/ 182880 w 365760"/>
                  <a:gd name="connsiteY2" fmla="*/ 365760 h 365759"/>
                  <a:gd name="connsiteX3" fmla="*/ 0 w 365760"/>
                  <a:gd name="connsiteY3" fmla="*/ 182880 h 365759"/>
                  <a:gd name="connsiteX4" fmla="*/ 182880 w 365760"/>
                  <a:gd name="connsiteY4" fmla="*/ 0 h 3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5760" h="365759">
                    <a:moveTo>
                      <a:pt x="182880" y="0"/>
                    </a:moveTo>
                    <a:cubicBezTo>
                      <a:pt x="283882" y="0"/>
                      <a:pt x="365760" y="81877"/>
                      <a:pt x="365760" y="182880"/>
                    </a:cubicBezTo>
                    <a:cubicBezTo>
                      <a:pt x="365760" y="283883"/>
                      <a:pt x="283882" y="365760"/>
                      <a:pt x="182880" y="365760"/>
                    </a:cubicBezTo>
                    <a:cubicBezTo>
                      <a:pt x="81877" y="365760"/>
                      <a:pt x="0" y="283883"/>
                      <a:pt x="0" y="182880"/>
                    </a:cubicBezTo>
                    <a:cubicBezTo>
                      <a:pt x="0" y="81877"/>
                      <a:pt x="81877" y="0"/>
                      <a:pt x="182880" y="0"/>
                    </a:cubicBezTo>
                    <a:close/>
                  </a:path>
                </a:pathLst>
              </a:custGeom>
              <a:solidFill>
                <a:srgbClr val="F06549">
                  <a:alpha val="15000"/>
                </a:srgbClr>
              </a:solidFill>
              <a:ln w="1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1" name="Espaço Reservado para Conteúdo 4">
                <a:extLst>
                  <a:ext uri="{FF2B5EF4-FFF2-40B4-BE49-F238E27FC236}">
                    <a16:creationId xmlns:a16="http://schemas.microsoft.com/office/drawing/2014/main" id="{1DE8FB0F-F1F9-47C0-8E79-96566523F9EE}"/>
                  </a:ext>
                </a:extLst>
              </p:cNvPr>
              <p:cNvGrpSpPr/>
              <p:nvPr/>
            </p:nvGrpSpPr>
            <p:grpSpPr>
              <a:xfrm>
                <a:off x="5658872" y="1194502"/>
                <a:ext cx="163114" cy="152392"/>
                <a:chOff x="5658872" y="1194502"/>
                <a:chExt cx="163114" cy="152392"/>
              </a:xfrm>
              <a:solidFill>
                <a:srgbClr val="F06549"/>
              </a:solidFill>
            </p:grpSpPr>
            <p:sp>
              <p:nvSpPr>
                <p:cNvPr id="32" name="Forma Livre: Forma 31">
                  <a:extLst>
                    <a:ext uri="{FF2B5EF4-FFF2-40B4-BE49-F238E27FC236}">
                      <a16:creationId xmlns:a16="http://schemas.microsoft.com/office/drawing/2014/main" id="{DB4319CD-95C4-4CB4-82DF-43EFC8FF25DB}"/>
                    </a:ext>
                  </a:extLst>
                </p:cNvPr>
                <p:cNvSpPr/>
                <p:nvPr/>
              </p:nvSpPr>
              <p:spPr>
                <a:xfrm>
                  <a:off x="5711759" y="1194502"/>
                  <a:ext cx="86028" cy="86343"/>
                </a:xfrm>
                <a:custGeom>
                  <a:avLst/>
                  <a:gdLst>
                    <a:gd name="connsiteX0" fmla="*/ 43020 w 86028"/>
                    <a:gd name="connsiteY0" fmla="*/ 86344 h 86343"/>
                    <a:gd name="connsiteX1" fmla="*/ 86028 w 86028"/>
                    <a:gd name="connsiteY1" fmla="*/ 43324 h 86343"/>
                    <a:gd name="connsiteX2" fmla="*/ 43020 w 86028"/>
                    <a:gd name="connsiteY2" fmla="*/ 0 h 86343"/>
                    <a:gd name="connsiteX3" fmla="*/ 0 w 86028"/>
                    <a:gd name="connsiteY3" fmla="*/ 43324 h 86343"/>
                    <a:gd name="connsiteX4" fmla="*/ 43020 w 86028"/>
                    <a:gd name="connsiteY4" fmla="*/ 86344 h 86343"/>
                    <a:gd name="connsiteX5" fmla="*/ 76466 w 86028"/>
                    <a:gd name="connsiteY5" fmla="*/ 43324 h 86343"/>
                    <a:gd name="connsiteX6" fmla="*/ 47801 w 86028"/>
                    <a:gd name="connsiteY6" fmla="*/ 76444 h 86343"/>
                    <a:gd name="connsiteX7" fmla="*/ 47801 w 86028"/>
                    <a:gd name="connsiteY7" fmla="*/ 66398 h 86343"/>
                    <a:gd name="connsiteX8" fmla="*/ 57352 w 86028"/>
                    <a:gd name="connsiteY8" fmla="*/ 52886 h 86343"/>
                    <a:gd name="connsiteX9" fmla="*/ 43020 w 86028"/>
                    <a:gd name="connsiteY9" fmla="*/ 38554 h 86343"/>
                    <a:gd name="connsiteX10" fmla="*/ 38238 w 86028"/>
                    <a:gd name="connsiteY10" fmla="*/ 33773 h 86343"/>
                    <a:gd name="connsiteX11" fmla="*/ 43020 w 86028"/>
                    <a:gd name="connsiteY11" fmla="*/ 28991 h 86343"/>
                    <a:gd name="connsiteX12" fmla="*/ 47801 w 86028"/>
                    <a:gd name="connsiteY12" fmla="*/ 33773 h 86343"/>
                    <a:gd name="connsiteX13" fmla="*/ 57352 w 86028"/>
                    <a:gd name="connsiteY13" fmla="*/ 33773 h 86343"/>
                    <a:gd name="connsiteX14" fmla="*/ 47801 w 86028"/>
                    <a:gd name="connsiteY14" fmla="*/ 20250 h 86343"/>
                    <a:gd name="connsiteX15" fmla="*/ 47801 w 86028"/>
                    <a:gd name="connsiteY15" fmla="*/ 9900 h 86343"/>
                    <a:gd name="connsiteX16" fmla="*/ 76466 w 86028"/>
                    <a:gd name="connsiteY16" fmla="*/ 43324 h 86343"/>
                    <a:gd name="connsiteX17" fmla="*/ 38238 w 86028"/>
                    <a:gd name="connsiteY17" fmla="*/ 9900 h 86343"/>
                    <a:gd name="connsiteX18" fmla="*/ 38238 w 86028"/>
                    <a:gd name="connsiteY18" fmla="*/ 20250 h 86343"/>
                    <a:gd name="connsiteX19" fmla="*/ 28676 w 86028"/>
                    <a:gd name="connsiteY19" fmla="*/ 33773 h 86343"/>
                    <a:gd name="connsiteX20" fmla="*/ 43020 w 86028"/>
                    <a:gd name="connsiteY20" fmla="*/ 48105 h 86343"/>
                    <a:gd name="connsiteX21" fmla="*/ 47801 w 86028"/>
                    <a:gd name="connsiteY21" fmla="*/ 52886 h 86343"/>
                    <a:gd name="connsiteX22" fmla="*/ 43020 w 86028"/>
                    <a:gd name="connsiteY22" fmla="*/ 57668 h 86343"/>
                    <a:gd name="connsiteX23" fmla="*/ 38238 w 86028"/>
                    <a:gd name="connsiteY23" fmla="*/ 52886 h 86343"/>
                    <a:gd name="connsiteX24" fmla="*/ 28676 w 86028"/>
                    <a:gd name="connsiteY24" fmla="*/ 52886 h 86343"/>
                    <a:gd name="connsiteX25" fmla="*/ 38238 w 86028"/>
                    <a:gd name="connsiteY25" fmla="*/ 66398 h 86343"/>
                    <a:gd name="connsiteX26" fmla="*/ 38238 w 86028"/>
                    <a:gd name="connsiteY26" fmla="*/ 76444 h 86343"/>
                    <a:gd name="connsiteX27" fmla="*/ 9563 w 86028"/>
                    <a:gd name="connsiteY27" fmla="*/ 43324 h 86343"/>
                    <a:gd name="connsiteX28" fmla="*/ 38238 w 86028"/>
                    <a:gd name="connsiteY28" fmla="*/ 9900 h 86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86028" h="86343">
                      <a:moveTo>
                        <a:pt x="43020" y="86344"/>
                      </a:moveTo>
                      <a:cubicBezTo>
                        <a:pt x="66735" y="86344"/>
                        <a:pt x="86028" y="67050"/>
                        <a:pt x="86028" y="43324"/>
                      </a:cubicBezTo>
                      <a:cubicBezTo>
                        <a:pt x="86028" y="19609"/>
                        <a:pt x="66780" y="0"/>
                        <a:pt x="43020" y="0"/>
                      </a:cubicBezTo>
                      <a:cubicBezTo>
                        <a:pt x="19294" y="0"/>
                        <a:pt x="0" y="19564"/>
                        <a:pt x="0" y="43324"/>
                      </a:cubicBezTo>
                      <a:cubicBezTo>
                        <a:pt x="0" y="67050"/>
                        <a:pt x="19294" y="86344"/>
                        <a:pt x="43020" y="86344"/>
                      </a:cubicBezTo>
                      <a:close/>
                      <a:moveTo>
                        <a:pt x="76466" y="43324"/>
                      </a:moveTo>
                      <a:cubicBezTo>
                        <a:pt x="76466" y="60154"/>
                        <a:pt x="63990" y="74115"/>
                        <a:pt x="47801" y="76444"/>
                      </a:cubicBezTo>
                      <a:lnTo>
                        <a:pt x="47801" y="66398"/>
                      </a:lnTo>
                      <a:cubicBezTo>
                        <a:pt x="53358" y="64429"/>
                        <a:pt x="57352" y="59119"/>
                        <a:pt x="57352" y="52886"/>
                      </a:cubicBezTo>
                      <a:cubicBezTo>
                        <a:pt x="57352" y="44977"/>
                        <a:pt x="50917" y="38554"/>
                        <a:pt x="43020" y="38554"/>
                      </a:cubicBezTo>
                      <a:cubicBezTo>
                        <a:pt x="40376" y="38554"/>
                        <a:pt x="38238" y="36405"/>
                        <a:pt x="38238" y="33773"/>
                      </a:cubicBezTo>
                      <a:cubicBezTo>
                        <a:pt x="38238" y="31129"/>
                        <a:pt x="40376" y="28991"/>
                        <a:pt x="43020" y="28991"/>
                      </a:cubicBezTo>
                      <a:cubicBezTo>
                        <a:pt x="45653" y="28991"/>
                        <a:pt x="47801" y="31129"/>
                        <a:pt x="47801" y="33773"/>
                      </a:cubicBezTo>
                      <a:lnTo>
                        <a:pt x="57352" y="33773"/>
                      </a:lnTo>
                      <a:cubicBezTo>
                        <a:pt x="57352" y="27540"/>
                        <a:pt x="53358" y="22230"/>
                        <a:pt x="47801" y="20250"/>
                      </a:cubicBezTo>
                      <a:lnTo>
                        <a:pt x="47801" y="9900"/>
                      </a:lnTo>
                      <a:cubicBezTo>
                        <a:pt x="63990" y="12251"/>
                        <a:pt x="76466" y="26347"/>
                        <a:pt x="76466" y="43324"/>
                      </a:cubicBezTo>
                      <a:close/>
                      <a:moveTo>
                        <a:pt x="38238" y="9900"/>
                      </a:moveTo>
                      <a:lnTo>
                        <a:pt x="38238" y="20250"/>
                      </a:lnTo>
                      <a:cubicBezTo>
                        <a:pt x="32681" y="22230"/>
                        <a:pt x="28676" y="27540"/>
                        <a:pt x="28676" y="33773"/>
                      </a:cubicBezTo>
                      <a:cubicBezTo>
                        <a:pt x="28676" y="41670"/>
                        <a:pt x="35111" y="48105"/>
                        <a:pt x="43020" y="48105"/>
                      </a:cubicBezTo>
                      <a:cubicBezTo>
                        <a:pt x="45653" y="48105"/>
                        <a:pt x="47801" y="50254"/>
                        <a:pt x="47801" y="52886"/>
                      </a:cubicBezTo>
                      <a:cubicBezTo>
                        <a:pt x="47801" y="55519"/>
                        <a:pt x="45653" y="57668"/>
                        <a:pt x="43020" y="57668"/>
                      </a:cubicBezTo>
                      <a:cubicBezTo>
                        <a:pt x="40376" y="57668"/>
                        <a:pt x="38238" y="55519"/>
                        <a:pt x="38238" y="52886"/>
                      </a:cubicBezTo>
                      <a:lnTo>
                        <a:pt x="28676" y="52886"/>
                      </a:lnTo>
                      <a:cubicBezTo>
                        <a:pt x="28676" y="59119"/>
                        <a:pt x="32681" y="64429"/>
                        <a:pt x="38238" y="66398"/>
                      </a:cubicBezTo>
                      <a:lnTo>
                        <a:pt x="38238" y="76444"/>
                      </a:lnTo>
                      <a:cubicBezTo>
                        <a:pt x="22050" y="74115"/>
                        <a:pt x="9563" y="60154"/>
                        <a:pt x="9563" y="43324"/>
                      </a:cubicBezTo>
                      <a:cubicBezTo>
                        <a:pt x="9563" y="26347"/>
                        <a:pt x="22050" y="12251"/>
                        <a:pt x="38238" y="9900"/>
                      </a:cubicBezTo>
                      <a:close/>
                    </a:path>
                  </a:pathLst>
                </a:custGeom>
                <a:solidFill>
                  <a:srgbClr val="F06549"/>
                </a:solidFill>
                <a:ln w="11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orma Livre: Forma 32">
                  <a:extLst>
                    <a:ext uri="{FF2B5EF4-FFF2-40B4-BE49-F238E27FC236}">
                      <a16:creationId xmlns:a16="http://schemas.microsoft.com/office/drawing/2014/main" id="{DF96E3C1-7473-4396-966A-9DE6294D9ACC}"/>
                    </a:ext>
                  </a:extLst>
                </p:cNvPr>
                <p:cNvSpPr/>
                <p:nvPr/>
              </p:nvSpPr>
              <p:spPr>
                <a:xfrm>
                  <a:off x="5658872" y="1284110"/>
                  <a:ext cx="163114" cy="62784"/>
                </a:xfrm>
                <a:custGeom>
                  <a:avLst/>
                  <a:gdLst>
                    <a:gd name="connsiteX0" fmla="*/ 35910 w 163114"/>
                    <a:gd name="connsiteY0" fmla="*/ 60298 h 62784"/>
                    <a:gd name="connsiteX1" fmla="*/ 55283 w 163114"/>
                    <a:gd name="connsiteY1" fmla="*/ 54088 h 62784"/>
                    <a:gd name="connsiteX2" fmla="*/ 98044 w 163114"/>
                    <a:gd name="connsiteY2" fmla="*/ 54088 h 62784"/>
                    <a:gd name="connsiteX3" fmla="*/ 163114 w 163114"/>
                    <a:gd name="connsiteY3" fmla="*/ 16389 h 62784"/>
                    <a:gd name="connsiteX4" fmla="*/ 160740 w 163114"/>
                    <a:gd name="connsiteY4" fmla="*/ 12260 h 62784"/>
                    <a:gd name="connsiteX5" fmla="*/ 128227 w 163114"/>
                    <a:gd name="connsiteY5" fmla="*/ 3103 h 62784"/>
                    <a:gd name="connsiteX6" fmla="*/ 105458 w 163114"/>
                    <a:gd name="connsiteY6" fmla="*/ 16648 h 62784"/>
                    <a:gd name="connsiteX7" fmla="*/ 105458 w 163114"/>
                    <a:gd name="connsiteY7" fmla="*/ 6298 h 62784"/>
                    <a:gd name="connsiteX8" fmla="*/ 51255 w 163114"/>
                    <a:gd name="connsiteY8" fmla="*/ 6298 h 62784"/>
                    <a:gd name="connsiteX9" fmla="*/ 3375 w 163114"/>
                    <a:gd name="connsiteY9" fmla="*/ 26807 h 62784"/>
                    <a:gd name="connsiteX10" fmla="*/ 0 w 163114"/>
                    <a:gd name="connsiteY10" fmla="*/ 30193 h 62784"/>
                    <a:gd name="connsiteX11" fmla="*/ 32591 w 163114"/>
                    <a:gd name="connsiteY11" fmla="*/ 62784 h 62784"/>
                    <a:gd name="connsiteX12" fmla="*/ 35910 w 163114"/>
                    <a:gd name="connsiteY12" fmla="*/ 60298 h 62784"/>
                    <a:gd name="connsiteX13" fmla="*/ 51255 w 163114"/>
                    <a:gd name="connsiteY13" fmla="*/ 15849 h 62784"/>
                    <a:gd name="connsiteX14" fmla="*/ 95906 w 163114"/>
                    <a:gd name="connsiteY14" fmla="*/ 15849 h 62784"/>
                    <a:gd name="connsiteX15" fmla="*/ 95906 w 163114"/>
                    <a:gd name="connsiteY15" fmla="*/ 25412 h 62784"/>
                    <a:gd name="connsiteX16" fmla="*/ 62449 w 163114"/>
                    <a:gd name="connsiteY16" fmla="*/ 25412 h 62784"/>
                    <a:gd name="connsiteX17" fmla="*/ 62449 w 163114"/>
                    <a:gd name="connsiteY17" fmla="*/ 34974 h 62784"/>
                    <a:gd name="connsiteX18" fmla="*/ 105458 w 163114"/>
                    <a:gd name="connsiteY18" fmla="*/ 34974 h 62784"/>
                    <a:gd name="connsiteX19" fmla="*/ 105458 w 163114"/>
                    <a:gd name="connsiteY19" fmla="*/ 27774 h 62784"/>
                    <a:gd name="connsiteX20" fmla="*/ 133009 w 163114"/>
                    <a:gd name="connsiteY20" fmla="*/ 11372 h 62784"/>
                    <a:gd name="connsiteX21" fmla="*/ 149423 w 163114"/>
                    <a:gd name="connsiteY21" fmla="*/ 13273 h 62784"/>
                    <a:gd name="connsiteX22" fmla="*/ 95479 w 163114"/>
                    <a:gd name="connsiteY22" fmla="*/ 44525 h 62784"/>
                    <a:gd name="connsiteX23" fmla="*/ 55283 w 163114"/>
                    <a:gd name="connsiteY23" fmla="*/ 44525 h 62784"/>
                    <a:gd name="connsiteX24" fmla="*/ 33660 w 163114"/>
                    <a:gd name="connsiteY24" fmla="*/ 50330 h 62784"/>
                    <a:gd name="connsiteX25" fmla="*/ 13624 w 163114"/>
                    <a:gd name="connsiteY25" fmla="*/ 30305 h 62784"/>
                    <a:gd name="connsiteX26" fmla="*/ 51255 w 163114"/>
                    <a:gd name="connsiteY26" fmla="*/ 15849 h 6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63114" h="62784">
                      <a:moveTo>
                        <a:pt x="35910" y="60298"/>
                      </a:moveTo>
                      <a:cubicBezTo>
                        <a:pt x="41097" y="56405"/>
                        <a:pt x="48341" y="54088"/>
                        <a:pt x="55283" y="54088"/>
                      </a:cubicBezTo>
                      <a:lnTo>
                        <a:pt x="98044" y="54088"/>
                      </a:lnTo>
                      <a:lnTo>
                        <a:pt x="163114" y="16389"/>
                      </a:lnTo>
                      <a:lnTo>
                        <a:pt x="160740" y="12260"/>
                      </a:lnTo>
                      <a:cubicBezTo>
                        <a:pt x="154159" y="774"/>
                        <a:pt x="139680" y="-3467"/>
                        <a:pt x="128227" y="3103"/>
                      </a:cubicBezTo>
                      <a:lnTo>
                        <a:pt x="105458" y="16648"/>
                      </a:lnTo>
                      <a:lnTo>
                        <a:pt x="105458" y="6298"/>
                      </a:lnTo>
                      <a:lnTo>
                        <a:pt x="51255" y="6298"/>
                      </a:lnTo>
                      <a:cubicBezTo>
                        <a:pt x="33097" y="6298"/>
                        <a:pt x="16988" y="13194"/>
                        <a:pt x="3375" y="26807"/>
                      </a:cubicBezTo>
                      <a:lnTo>
                        <a:pt x="0" y="30193"/>
                      </a:lnTo>
                      <a:lnTo>
                        <a:pt x="32591" y="62784"/>
                      </a:lnTo>
                      <a:lnTo>
                        <a:pt x="35910" y="60298"/>
                      </a:lnTo>
                      <a:close/>
                      <a:moveTo>
                        <a:pt x="51255" y="15849"/>
                      </a:moveTo>
                      <a:lnTo>
                        <a:pt x="95906" y="15849"/>
                      </a:lnTo>
                      <a:lnTo>
                        <a:pt x="95906" y="25412"/>
                      </a:lnTo>
                      <a:lnTo>
                        <a:pt x="62449" y="25412"/>
                      </a:lnTo>
                      <a:lnTo>
                        <a:pt x="62449" y="34974"/>
                      </a:lnTo>
                      <a:lnTo>
                        <a:pt x="105458" y="34974"/>
                      </a:lnTo>
                      <a:lnTo>
                        <a:pt x="105458" y="27774"/>
                      </a:lnTo>
                      <a:lnTo>
                        <a:pt x="133009" y="11372"/>
                      </a:lnTo>
                      <a:cubicBezTo>
                        <a:pt x="138488" y="8255"/>
                        <a:pt x="145035" y="9347"/>
                        <a:pt x="149423" y="13273"/>
                      </a:cubicBezTo>
                      <a:lnTo>
                        <a:pt x="95479" y="44525"/>
                      </a:lnTo>
                      <a:lnTo>
                        <a:pt x="55283" y="44525"/>
                      </a:lnTo>
                      <a:cubicBezTo>
                        <a:pt x="47666" y="44525"/>
                        <a:pt x="39994" y="46618"/>
                        <a:pt x="33660" y="50330"/>
                      </a:cubicBezTo>
                      <a:lnTo>
                        <a:pt x="13624" y="30305"/>
                      </a:lnTo>
                      <a:cubicBezTo>
                        <a:pt x="24604" y="20709"/>
                        <a:pt x="37238" y="15849"/>
                        <a:pt x="51255" y="15849"/>
                      </a:cubicBezTo>
                      <a:close/>
                    </a:path>
                  </a:pathLst>
                </a:custGeom>
                <a:solidFill>
                  <a:srgbClr val="F06549"/>
                </a:solidFill>
                <a:ln w="11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8AD25FE-C23D-4E68-ADF6-8E43E39DCB8A}"/>
              </a:ext>
            </a:extLst>
          </p:cNvPr>
          <p:cNvGrpSpPr/>
          <p:nvPr/>
        </p:nvGrpSpPr>
        <p:grpSpPr>
          <a:xfrm>
            <a:off x="9601882" y="781243"/>
            <a:ext cx="1980000" cy="978748"/>
            <a:chOff x="7680803" y="778790"/>
            <a:chExt cx="1980000" cy="978748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7A55BA27-CA2A-40B5-89B6-6EB8187D360E}"/>
                </a:ext>
              </a:extLst>
            </p:cNvPr>
            <p:cNvSpPr/>
            <p:nvPr/>
          </p:nvSpPr>
          <p:spPr>
            <a:xfrm>
              <a:off x="7680803" y="778790"/>
              <a:ext cx="1980000" cy="978748"/>
            </a:xfrm>
            <a:prstGeom prst="roundRect">
              <a:avLst>
                <a:gd name="adj" fmla="val 14180"/>
              </a:avLst>
            </a:prstGeom>
            <a:gradFill flip="none" rotWithShape="1">
              <a:gsLst>
                <a:gs pos="73000">
                  <a:srgbClr val="000E26"/>
                </a:gs>
                <a:gs pos="100000">
                  <a:schemeClr val="accent6"/>
                </a:gs>
              </a:gsLst>
              <a:lin ang="19200000" scaled="0"/>
              <a:tileRect/>
            </a:gradFill>
            <a:ln>
              <a:noFill/>
            </a:ln>
            <a:effectLst>
              <a:outerShdw blurRad="101600" dist="63500" dir="2700000" algn="tl" rotWithShape="0">
                <a:srgbClr val="1C262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Espaço Reservado para Conteúdo 4">
              <a:extLst>
                <a:ext uri="{FF2B5EF4-FFF2-40B4-BE49-F238E27FC236}">
                  <a16:creationId xmlns:a16="http://schemas.microsoft.com/office/drawing/2014/main" id="{7A8224F1-72F4-47A7-BE57-1579D995A99B}"/>
                </a:ext>
              </a:extLst>
            </p:cNvPr>
            <p:cNvGrpSpPr/>
            <p:nvPr/>
          </p:nvGrpSpPr>
          <p:grpSpPr>
            <a:xfrm>
              <a:off x="7841012" y="1087818"/>
              <a:ext cx="365760" cy="365759"/>
              <a:chOff x="7841012" y="1087818"/>
              <a:chExt cx="365760" cy="365759"/>
            </a:xfrm>
          </p:grpSpPr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8F33A465-EEC9-4F49-8AEA-37A6EEAE8CF8}"/>
                  </a:ext>
                </a:extLst>
              </p:cNvPr>
              <p:cNvSpPr/>
              <p:nvPr/>
            </p:nvSpPr>
            <p:spPr>
              <a:xfrm>
                <a:off x="7841012" y="1087818"/>
                <a:ext cx="365760" cy="365759"/>
              </a:xfrm>
              <a:custGeom>
                <a:avLst/>
                <a:gdLst>
                  <a:gd name="connsiteX0" fmla="*/ 182880 w 365760"/>
                  <a:gd name="connsiteY0" fmla="*/ 0 h 365759"/>
                  <a:gd name="connsiteX1" fmla="*/ 365760 w 365760"/>
                  <a:gd name="connsiteY1" fmla="*/ 182880 h 365759"/>
                  <a:gd name="connsiteX2" fmla="*/ 182880 w 365760"/>
                  <a:gd name="connsiteY2" fmla="*/ 365760 h 365759"/>
                  <a:gd name="connsiteX3" fmla="*/ 0 w 365760"/>
                  <a:gd name="connsiteY3" fmla="*/ 182880 h 365759"/>
                  <a:gd name="connsiteX4" fmla="*/ 182880 w 365760"/>
                  <a:gd name="connsiteY4" fmla="*/ 0 h 3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5760" h="365759">
                    <a:moveTo>
                      <a:pt x="182880" y="0"/>
                    </a:moveTo>
                    <a:cubicBezTo>
                      <a:pt x="283882" y="0"/>
                      <a:pt x="365760" y="81877"/>
                      <a:pt x="365760" y="182880"/>
                    </a:cubicBezTo>
                    <a:cubicBezTo>
                      <a:pt x="365760" y="283883"/>
                      <a:pt x="283882" y="365760"/>
                      <a:pt x="182880" y="365760"/>
                    </a:cubicBezTo>
                    <a:cubicBezTo>
                      <a:pt x="81877" y="365760"/>
                      <a:pt x="0" y="283883"/>
                      <a:pt x="0" y="182880"/>
                    </a:cubicBezTo>
                    <a:cubicBezTo>
                      <a:pt x="0" y="81877"/>
                      <a:pt x="81877" y="0"/>
                      <a:pt x="182880" y="0"/>
                    </a:cubicBezTo>
                    <a:close/>
                  </a:path>
                </a:pathLst>
              </a:custGeom>
              <a:solidFill>
                <a:srgbClr val="1E32C8">
                  <a:alpha val="15000"/>
                </a:srgbClr>
              </a:solidFill>
              <a:ln w="1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67ECF15F-4F7B-4561-9C1C-28F274CDFCBA}"/>
                  </a:ext>
                </a:extLst>
              </p:cNvPr>
              <p:cNvSpPr/>
              <p:nvPr/>
            </p:nvSpPr>
            <p:spPr>
              <a:xfrm>
                <a:off x="7933408" y="1194502"/>
                <a:ext cx="180967" cy="152392"/>
              </a:xfrm>
              <a:custGeom>
                <a:avLst/>
                <a:gdLst>
                  <a:gd name="connsiteX0" fmla="*/ 123818 w 180967"/>
                  <a:gd name="connsiteY0" fmla="*/ 95242 h 152392"/>
                  <a:gd name="connsiteX1" fmla="*/ 104771 w 180967"/>
                  <a:gd name="connsiteY1" fmla="*/ 95242 h 152392"/>
                  <a:gd name="connsiteX2" fmla="*/ 95243 w 180967"/>
                  <a:gd name="connsiteY2" fmla="*/ 104771 h 152392"/>
                  <a:gd name="connsiteX3" fmla="*/ 95243 w 180967"/>
                  <a:gd name="connsiteY3" fmla="*/ 142864 h 152392"/>
                  <a:gd name="connsiteX4" fmla="*/ 104771 w 180967"/>
                  <a:gd name="connsiteY4" fmla="*/ 152392 h 152392"/>
                  <a:gd name="connsiteX5" fmla="*/ 123818 w 180967"/>
                  <a:gd name="connsiteY5" fmla="*/ 152392 h 152392"/>
                  <a:gd name="connsiteX6" fmla="*/ 133347 w 180967"/>
                  <a:gd name="connsiteY6" fmla="*/ 142864 h 152392"/>
                  <a:gd name="connsiteX7" fmla="*/ 133347 w 180967"/>
                  <a:gd name="connsiteY7" fmla="*/ 104771 h 152392"/>
                  <a:gd name="connsiteX8" fmla="*/ 123818 w 180967"/>
                  <a:gd name="connsiteY8" fmla="*/ 95242 h 152392"/>
                  <a:gd name="connsiteX9" fmla="*/ 119059 w 180967"/>
                  <a:gd name="connsiteY9" fmla="*/ 138105 h 152392"/>
                  <a:gd name="connsiteX10" fmla="*/ 109530 w 180967"/>
                  <a:gd name="connsiteY10" fmla="*/ 138105 h 152392"/>
                  <a:gd name="connsiteX11" fmla="*/ 109530 w 180967"/>
                  <a:gd name="connsiteY11" fmla="*/ 109530 h 152392"/>
                  <a:gd name="connsiteX12" fmla="*/ 119059 w 180967"/>
                  <a:gd name="connsiteY12" fmla="*/ 109530 h 152392"/>
                  <a:gd name="connsiteX13" fmla="*/ 119059 w 180967"/>
                  <a:gd name="connsiteY13" fmla="*/ 138105 h 152392"/>
                  <a:gd name="connsiteX14" fmla="*/ 171450 w 180967"/>
                  <a:gd name="connsiteY14" fmla="*/ 57150 h 152392"/>
                  <a:gd name="connsiteX15" fmla="*/ 152392 w 180967"/>
                  <a:gd name="connsiteY15" fmla="*/ 57150 h 152392"/>
                  <a:gd name="connsiteX16" fmla="*/ 142875 w 180967"/>
                  <a:gd name="connsiteY16" fmla="*/ 66668 h 152392"/>
                  <a:gd name="connsiteX17" fmla="*/ 142875 w 180967"/>
                  <a:gd name="connsiteY17" fmla="*/ 142864 h 152392"/>
                  <a:gd name="connsiteX18" fmla="*/ 152392 w 180967"/>
                  <a:gd name="connsiteY18" fmla="*/ 152392 h 152392"/>
                  <a:gd name="connsiteX19" fmla="*/ 171450 w 180967"/>
                  <a:gd name="connsiteY19" fmla="*/ 152392 h 152392"/>
                  <a:gd name="connsiteX20" fmla="*/ 180967 w 180967"/>
                  <a:gd name="connsiteY20" fmla="*/ 142864 h 152392"/>
                  <a:gd name="connsiteX21" fmla="*/ 180967 w 180967"/>
                  <a:gd name="connsiteY21" fmla="*/ 66668 h 152392"/>
                  <a:gd name="connsiteX22" fmla="*/ 171450 w 180967"/>
                  <a:gd name="connsiteY22" fmla="*/ 57150 h 152392"/>
                  <a:gd name="connsiteX23" fmla="*/ 171450 w 180967"/>
                  <a:gd name="connsiteY23" fmla="*/ 57150 h 152392"/>
                  <a:gd name="connsiteX24" fmla="*/ 166680 w 180967"/>
                  <a:gd name="connsiteY24" fmla="*/ 138105 h 152392"/>
                  <a:gd name="connsiteX25" fmla="*/ 157163 w 180967"/>
                  <a:gd name="connsiteY25" fmla="*/ 138105 h 152392"/>
                  <a:gd name="connsiteX26" fmla="*/ 157163 w 180967"/>
                  <a:gd name="connsiteY26" fmla="*/ 71438 h 152392"/>
                  <a:gd name="connsiteX27" fmla="*/ 166680 w 180967"/>
                  <a:gd name="connsiteY27" fmla="*/ 71438 h 152392"/>
                  <a:gd name="connsiteX28" fmla="*/ 166680 w 180967"/>
                  <a:gd name="connsiteY28" fmla="*/ 138105 h 152392"/>
                  <a:gd name="connsiteX29" fmla="*/ 76196 w 180967"/>
                  <a:gd name="connsiteY29" fmla="*/ 57150 h 152392"/>
                  <a:gd name="connsiteX30" fmla="*/ 57150 w 180967"/>
                  <a:gd name="connsiteY30" fmla="*/ 57150 h 152392"/>
                  <a:gd name="connsiteX31" fmla="*/ 47621 w 180967"/>
                  <a:gd name="connsiteY31" fmla="*/ 66668 h 152392"/>
                  <a:gd name="connsiteX32" fmla="*/ 47621 w 180967"/>
                  <a:gd name="connsiteY32" fmla="*/ 142864 h 152392"/>
                  <a:gd name="connsiteX33" fmla="*/ 57150 w 180967"/>
                  <a:gd name="connsiteY33" fmla="*/ 152392 h 152392"/>
                  <a:gd name="connsiteX34" fmla="*/ 76196 w 180967"/>
                  <a:gd name="connsiteY34" fmla="*/ 152392 h 152392"/>
                  <a:gd name="connsiteX35" fmla="*/ 85725 w 180967"/>
                  <a:gd name="connsiteY35" fmla="*/ 142864 h 152392"/>
                  <a:gd name="connsiteX36" fmla="*/ 85725 w 180967"/>
                  <a:gd name="connsiteY36" fmla="*/ 66668 h 152392"/>
                  <a:gd name="connsiteX37" fmla="*/ 76196 w 180967"/>
                  <a:gd name="connsiteY37" fmla="*/ 57150 h 152392"/>
                  <a:gd name="connsiteX38" fmla="*/ 76196 w 180967"/>
                  <a:gd name="connsiteY38" fmla="*/ 57150 h 152392"/>
                  <a:gd name="connsiteX39" fmla="*/ 71438 w 180967"/>
                  <a:gd name="connsiteY39" fmla="*/ 138105 h 152392"/>
                  <a:gd name="connsiteX40" fmla="*/ 61909 w 180967"/>
                  <a:gd name="connsiteY40" fmla="*/ 138105 h 152392"/>
                  <a:gd name="connsiteX41" fmla="*/ 61909 w 180967"/>
                  <a:gd name="connsiteY41" fmla="*/ 71438 h 152392"/>
                  <a:gd name="connsiteX42" fmla="*/ 71438 w 180967"/>
                  <a:gd name="connsiteY42" fmla="*/ 71438 h 152392"/>
                  <a:gd name="connsiteX43" fmla="*/ 71438 w 180967"/>
                  <a:gd name="connsiteY43" fmla="*/ 138105 h 152392"/>
                  <a:gd name="connsiteX44" fmla="*/ 28575 w 180967"/>
                  <a:gd name="connsiteY44" fmla="*/ 104771 h 152392"/>
                  <a:gd name="connsiteX45" fmla="*/ 9517 w 180967"/>
                  <a:gd name="connsiteY45" fmla="*/ 104771 h 152392"/>
                  <a:gd name="connsiteX46" fmla="*/ 0 w 180967"/>
                  <a:gd name="connsiteY46" fmla="*/ 114289 h 152392"/>
                  <a:gd name="connsiteX47" fmla="*/ 0 w 180967"/>
                  <a:gd name="connsiteY47" fmla="*/ 142864 h 152392"/>
                  <a:gd name="connsiteX48" fmla="*/ 9517 w 180967"/>
                  <a:gd name="connsiteY48" fmla="*/ 152392 h 152392"/>
                  <a:gd name="connsiteX49" fmla="*/ 28575 w 180967"/>
                  <a:gd name="connsiteY49" fmla="*/ 152392 h 152392"/>
                  <a:gd name="connsiteX50" fmla="*/ 38092 w 180967"/>
                  <a:gd name="connsiteY50" fmla="*/ 142864 h 152392"/>
                  <a:gd name="connsiteX51" fmla="*/ 38092 w 180967"/>
                  <a:gd name="connsiteY51" fmla="*/ 114289 h 152392"/>
                  <a:gd name="connsiteX52" fmla="*/ 28575 w 180967"/>
                  <a:gd name="connsiteY52" fmla="*/ 104771 h 152392"/>
                  <a:gd name="connsiteX53" fmla="*/ 28575 w 180967"/>
                  <a:gd name="connsiteY53" fmla="*/ 104771 h 152392"/>
                  <a:gd name="connsiteX54" fmla="*/ 23805 w 180967"/>
                  <a:gd name="connsiteY54" fmla="*/ 138105 h 152392"/>
                  <a:gd name="connsiteX55" fmla="*/ 14288 w 180967"/>
                  <a:gd name="connsiteY55" fmla="*/ 138105 h 152392"/>
                  <a:gd name="connsiteX56" fmla="*/ 14288 w 180967"/>
                  <a:gd name="connsiteY56" fmla="*/ 119059 h 152392"/>
                  <a:gd name="connsiteX57" fmla="*/ 23805 w 180967"/>
                  <a:gd name="connsiteY57" fmla="*/ 119059 h 152392"/>
                  <a:gd name="connsiteX58" fmla="*/ 23805 w 180967"/>
                  <a:gd name="connsiteY58" fmla="*/ 138105 h 152392"/>
                  <a:gd name="connsiteX59" fmla="*/ 19046 w 180967"/>
                  <a:gd name="connsiteY59" fmla="*/ 76196 h 152392"/>
                  <a:gd name="connsiteX60" fmla="*/ 33334 w 180967"/>
                  <a:gd name="connsiteY60" fmla="*/ 61909 h 152392"/>
                  <a:gd name="connsiteX61" fmla="*/ 32805 w 180967"/>
                  <a:gd name="connsiteY61" fmla="*/ 58253 h 152392"/>
                  <a:gd name="connsiteX62" fmla="*/ 63012 w 180967"/>
                  <a:gd name="connsiteY62" fmla="*/ 28046 h 152392"/>
                  <a:gd name="connsiteX63" fmla="*/ 66668 w 180967"/>
                  <a:gd name="connsiteY63" fmla="*/ 28575 h 152392"/>
                  <a:gd name="connsiteX64" fmla="*/ 71842 w 180967"/>
                  <a:gd name="connsiteY64" fmla="*/ 27574 h 152392"/>
                  <a:gd name="connsiteX65" fmla="*/ 100226 w 180967"/>
                  <a:gd name="connsiteY65" fmla="*/ 50276 h 152392"/>
                  <a:gd name="connsiteX66" fmla="*/ 100012 w 180967"/>
                  <a:gd name="connsiteY66" fmla="*/ 52380 h 152392"/>
                  <a:gd name="connsiteX67" fmla="*/ 114300 w 180967"/>
                  <a:gd name="connsiteY67" fmla="*/ 66668 h 152392"/>
                  <a:gd name="connsiteX68" fmla="*/ 128588 w 180967"/>
                  <a:gd name="connsiteY68" fmla="*/ 52380 h 152392"/>
                  <a:gd name="connsiteX69" fmla="*/ 128374 w 180967"/>
                  <a:gd name="connsiteY69" fmla="*/ 50276 h 152392"/>
                  <a:gd name="connsiteX70" fmla="*/ 156757 w 180967"/>
                  <a:gd name="connsiteY70" fmla="*/ 27574 h 152392"/>
                  <a:gd name="connsiteX71" fmla="*/ 161921 w 180967"/>
                  <a:gd name="connsiteY71" fmla="*/ 28575 h 152392"/>
                  <a:gd name="connsiteX72" fmla="*/ 176209 w 180967"/>
                  <a:gd name="connsiteY72" fmla="*/ 14287 h 152392"/>
                  <a:gd name="connsiteX73" fmla="*/ 161921 w 180967"/>
                  <a:gd name="connsiteY73" fmla="*/ 0 h 152392"/>
                  <a:gd name="connsiteX74" fmla="*/ 147634 w 180967"/>
                  <a:gd name="connsiteY74" fmla="*/ 14287 h 152392"/>
                  <a:gd name="connsiteX75" fmla="*/ 147847 w 180967"/>
                  <a:gd name="connsiteY75" fmla="*/ 16402 h 152392"/>
                  <a:gd name="connsiteX76" fmla="*/ 119464 w 180967"/>
                  <a:gd name="connsiteY76" fmla="*/ 39094 h 152392"/>
                  <a:gd name="connsiteX77" fmla="*/ 114289 w 180967"/>
                  <a:gd name="connsiteY77" fmla="*/ 38092 h 152392"/>
                  <a:gd name="connsiteX78" fmla="*/ 109125 w 180967"/>
                  <a:gd name="connsiteY78" fmla="*/ 39094 h 152392"/>
                  <a:gd name="connsiteX79" fmla="*/ 80753 w 180967"/>
                  <a:gd name="connsiteY79" fmla="*/ 16402 h 152392"/>
                  <a:gd name="connsiteX80" fmla="*/ 80955 w 180967"/>
                  <a:gd name="connsiteY80" fmla="*/ 14287 h 152392"/>
                  <a:gd name="connsiteX81" fmla="*/ 66668 w 180967"/>
                  <a:gd name="connsiteY81" fmla="*/ 0 h 152392"/>
                  <a:gd name="connsiteX82" fmla="*/ 52380 w 180967"/>
                  <a:gd name="connsiteY82" fmla="*/ 14287 h 152392"/>
                  <a:gd name="connsiteX83" fmla="*/ 52909 w 180967"/>
                  <a:gd name="connsiteY83" fmla="*/ 17944 h 152392"/>
                  <a:gd name="connsiteX84" fmla="*/ 22703 w 180967"/>
                  <a:gd name="connsiteY84" fmla="*/ 48150 h 152392"/>
                  <a:gd name="connsiteX85" fmla="*/ 19046 w 180967"/>
                  <a:gd name="connsiteY85" fmla="*/ 47621 h 152392"/>
                  <a:gd name="connsiteX86" fmla="*/ 4759 w 180967"/>
                  <a:gd name="connsiteY86" fmla="*/ 61909 h 152392"/>
                  <a:gd name="connsiteX87" fmla="*/ 19046 w 180967"/>
                  <a:gd name="connsiteY87" fmla="*/ 76196 h 152392"/>
                  <a:gd name="connsiteX88" fmla="*/ 19046 w 180967"/>
                  <a:gd name="connsiteY88" fmla="*/ 76196 h 152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180967" h="152392">
                    <a:moveTo>
                      <a:pt x="123818" y="95242"/>
                    </a:moveTo>
                    <a:lnTo>
                      <a:pt x="104771" y="95242"/>
                    </a:lnTo>
                    <a:cubicBezTo>
                      <a:pt x="99517" y="95242"/>
                      <a:pt x="95243" y="99506"/>
                      <a:pt x="95243" y="104771"/>
                    </a:cubicBezTo>
                    <a:lnTo>
                      <a:pt x="95243" y="142864"/>
                    </a:lnTo>
                    <a:cubicBezTo>
                      <a:pt x="95243" y="148129"/>
                      <a:pt x="99517" y="152392"/>
                      <a:pt x="104771" y="152392"/>
                    </a:cubicBezTo>
                    <a:lnTo>
                      <a:pt x="123818" y="152392"/>
                    </a:lnTo>
                    <a:cubicBezTo>
                      <a:pt x="129083" y="152392"/>
                      <a:pt x="133347" y="148129"/>
                      <a:pt x="133347" y="142864"/>
                    </a:cubicBezTo>
                    <a:lnTo>
                      <a:pt x="133347" y="104771"/>
                    </a:lnTo>
                    <a:cubicBezTo>
                      <a:pt x="133347" y="99506"/>
                      <a:pt x="129083" y="95242"/>
                      <a:pt x="123818" y="95242"/>
                    </a:cubicBezTo>
                    <a:close/>
                    <a:moveTo>
                      <a:pt x="119059" y="138105"/>
                    </a:moveTo>
                    <a:lnTo>
                      <a:pt x="109530" y="138105"/>
                    </a:lnTo>
                    <a:lnTo>
                      <a:pt x="109530" y="109530"/>
                    </a:lnTo>
                    <a:lnTo>
                      <a:pt x="119059" y="109530"/>
                    </a:lnTo>
                    <a:lnTo>
                      <a:pt x="119059" y="138105"/>
                    </a:lnTo>
                    <a:close/>
                    <a:moveTo>
                      <a:pt x="171450" y="57150"/>
                    </a:moveTo>
                    <a:lnTo>
                      <a:pt x="152392" y="57150"/>
                    </a:lnTo>
                    <a:cubicBezTo>
                      <a:pt x="147139" y="57150"/>
                      <a:pt x="142875" y="61414"/>
                      <a:pt x="142875" y="66668"/>
                    </a:cubicBezTo>
                    <a:lnTo>
                      <a:pt x="142875" y="142864"/>
                    </a:lnTo>
                    <a:cubicBezTo>
                      <a:pt x="142875" y="148129"/>
                      <a:pt x="147139" y="152392"/>
                      <a:pt x="152392" y="152392"/>
                    </a:cubicBezTo>
                    <a:lnTo>
                      <a:pt x="171450" y="152392"/>
                    </a:lnTo>
                    <a:cubicBezTo>
                      <a:pt x="176704" y="152392"/>
                      <a:pt x="180967" y="148129"/>
                      <a:pt x="180967" y="142864"/>
                    </a:cubicBezTo>
                    <a:lnTo>
                      <a:pt x="180967" y="66668"/>
                    </a:lnTo>
                    <a:cubicBezTo>
                      <a:pt x="180967" y="61414"/>
                      <a:pt x="176704" y="57150"/>
                      <a:pt x="171450" y="57150"/>
                    </a:cubicBezTo>
                    <a:lnTo>
                      <a:pt x="171450" y="57150"/>
                    </a:lnTo>
                    <a:close/>
                    <a:moveTo>
                      <a:pt x="166680" y="138105"/>
                    </a:moveTo>
                    <a:lnTo>
                      <a:pt x="157163" y="138105"/>
                    </a:lnTo>
                    <a:lnTo>
                      <a:pt x="157163" y="71438"/>
                    </a:lnTo>
                    <a:lnTo>
                      <a:pt x="166680" y="71438"/>
                    </a:lnTo>
                    <a:lnTo>
                      <a:pt x="166680" y="138105"/>
                    </a:lnTo>
                    <a:close/>
                    <a:moveTo>
                      <a:pt x="76196" y="57150"/>
                    </a:moveTo>
                    <a:lnTo>
                      <a:pt x="57150" y="57150"/>
                    </a:lnTo>
                    <a:cubicBezTo>
                      <a:pt x="51885" y="57150"/>
                      <a:pt x="47621" y="61414"/>
                      <a:pt x="47621" y="66668"/>
                    </a:cubicBezTo>
                    <a:lnTo>
                      <a:pt x="47621" y="142864"/>
                    </a:lnTo>
                    <a:cubicBezTo>
                      <a:pt x="47621" y="148129"/>
                      <a:pt x="51885" y="152392"/>
                      <a:pt x="57150" y="152392"/>
                    </a:cubicBezTo>
                    <a:lnTo>
                      <a:pt x="76196" y="152392"/>
                    </a:lnTo>
                    <a:cubicBezTo>
                      <a:pt x="81461" y="152392"/>
                      <a:pt x="85725" y="148129"/>
                      <a:pt x="85725" y="142864"/>
                    </a:cubicBezTo>
                    <a:lnTo>
                      <a:pt x="85725" y="66668"/>
                    </a:lnTo>
                    <a:cubicBezTo>
                      <a:pt x="85725" y="61414"/>
                      <a:pt x="81461" y="57150"/>
                      <a:pt x="76196" y="57150"/>
                    </a:cubicBezTo>
                    <a:lnTo>
                      <a:pt x="76196" y="57150"/>
                    </a:lnTo>
                    <a:close/>
                    <a:moveTo>
                      <a:pt x="71438" y="138105"/>
                    </a:moveTo>
                    <a:lnTo>
                      <a:pt x="61909" y="138105"/>
                    </a:lnTo>
                    <a:lnTo>
                      <a:pt x="61909" y="71438"/>
                    </a:lnTo>
                    <a:lnTo>
                      <a:pt x="71438" y="71438"/>
                    </a:lnTo>
                    <a:lnTo>
                      <a:pt x="71438" y="138105"/>
                    </a:lnTo>
                    <a:close/>
                    <a:moveTo>
                      <a:pt x="28575" y="104771"/>
                    </a:moveTo>
                    <a:lnTo>
                      <a:pt x="9517" y="104771"/>
                    </a:lnTo>
                    <a:cubicBezTo>
                      <a:pt x="4264" y="104771"/>
                      <a:pt x="0" y="109035"/>
                      <a:pt x="0" y="114289"/>
                    </a:cubicBezTo>
                    <a:lnTo>
                      <a:pt x="0" y="142864"/>
                    </a:lnTo>
                    <a:cubicBezTo>
                      <a:pt x="0" y="148129"/>
                      <a:pt x="4264" y="152392"/>
                      <a:pt x="9517" y="152392"/>
                    </a:cubicBezTo>
                    <a:lnTo>
                      <a:pt x="28575" y="152392"/>
                    </a:lnTo>
                    <a:cubicBezTo>
                      <a:pt x="33829" y="152392"/>
                      <a:pt x="38092" y="148129"/>
                      <a:pt x="38092" y="142864"/>
                    </a:cubicBezTo>
                    <a:lnTo>
                      <a:pt x="38092" y="114289"/>
                    </a:lnTo>
                    <a:cubicBezTo>
                      <a:pt x="38092" y="109035"/>
                      <a:pt x="33829" y="104771"/>
                      <a:pt x="28575" y="104771"/>
                    </a:cubicBezTo>
                    <a:lnTo>
                      <a:pt x="28575" y="104771"/>
                    </a:lnTo>
                    <a:close/>
                    <a:moveTo>
                      <a:pt x="23805" y="138105"/>
                    </a:moveTo>
                    <a:lnTo>
                      <a:pt x="14288" y="138105"/>
                    </a:lnTo>
                    <a:lnTo>
                      <a:pt x="14288" y="119059"/>
                    </a:lnTo>
                    <a:lnTo>
                      <a:pt x="23805" y="119059"/>
                    </a:lnTo>
                    <a:lnTo>
                      <a:pt x="23805" y="138105"/>
                    </a:lnTo>
                    <a:close/>
                    <a:moveTo>
                      <a:pt x="19046" y="76196"/>
                    </a:moveTo>
                    <a:cubicBezTo>
                      <a:pt x="26932" y="76196"/>
                      <a:pt x="33334" y="69795"/>
                      <a:pt x="33334" y="61909"/>
                    </a:cubicBezTo>
                    <a:cubicBezTo>
                      <a:pt x="33334" y="60638"/>
                      <a:pt x="33109" y="59422"/>
                      <a:pt x="32805" y="58253"/>
                    </a:cubicBezTo>
                    <a:lnTo>
                      <a:pt x="63012" y="28046"/>
                    </a:lnTo>
                    <a:cubicBezTo>
                      <a:pt x="64193" y="28350"/>
                      <a:pt x="65396" y="28575"/>
                      <a:pt x="66668" y="28575"/>
                    </a:cubicBezTo>
                    <a:cubicBezTo>
                      <a:pt x="68501" y="28575"/>
                      <a:pt x="70234" y="28204"/>
                      <a:pt x="71842" y="27574"/>
                    </a:cubicBezTo>
                    <a:lnTo>
                      <a:pt x="100226" y="50276"/>
                    </a:lnTo>
                    <a:cubicBezTo>
                      <a:pt x="100125" y="50962"/>
                      <a:pt x="100012" y="51660"/>
                      <a:pt x="100012" y="52380"/>
                    </a:cubicBezTo>
                    <a:cubicBezTo>
                      <a:pt x="100012" y="60277"/>
                      <a:pt x="106414" y="66668"/>
                      <a:pt x="114300" y="66668"/>
                    </a:cubicBezTo>
                    <a:cubicBezTo>
                      <a:pt x="122186" y="66668"/>
                      <a:pt x="128588" y="60277"/>
                      <a:pt x="128588" y="52380"/>
                    </a:cubicBezTo>
                    <a:cubicBezTo>
                      <a:pt x="128588" y="51660"/>
                      <a:pt x="128475" y="50962"/>
                      <a:pt x="128374" y="50276"/>
                    </a:cubicBezTo>
                    <a:lnTo>
                      <a:pt x="156757" y="27574"/>
                    </a:lnTo>
                    <a:cubicBezTo>
                      <a:pt x="158355" y="28204"/>
                      <a:pt x="160088" y="28575"/>
                      <a:pt x="161921" y="28575"/>
                    </a:cubicBezTo>
                    <a:cubicBezTo>
                      <a:pt x="169807" y="28575"/>
                      <a:pt x="176209" y="22174"/>
                      <a:pt x="176209" y="14287"/>
                    </a:cubicBezTo>
                    <a:cubicBezTo>
                      <a:pt x="176209" y="6401"/>
                      <a:pt x="169807" y="0"/>
                      <a:pt x="161921" y="0"/>
                    </a:cubicBezTo>
                    <a:cubicBezTo>
                      <a:pt x="154035" y="0"/>
                      <a:pt x="147634" y="6401"/>
                      <a:pt x="147634" y="14287"/>
                    </a:cubicBezTo>
                    <a:cubicBezTo>
                      <a:pt x="147634" y="15007"/>
                      <a:pt x="147746" y="15705"/>
                      <a:pt x="147847" y="16402"/>
                    </a:cubicBezTo>
                    <a:lnTo>
                      <a:pt x="119464" y="39094"/>
                    </a:lnTo>
                    <a:cubicBezTo>
                      <a:pt x="117855" y="38475"/>
                      <a:pt x="116123" y="38092"/>
                      <a:pt x="114289" y="38092"/>
                    </a:cubicBezTo>
                    <a:cubicBezTo>
                      <a:pt x="112466" y="38092"/>
                      <a:pt x="110734" y="38475"/>
                      <a:pt x="109125" y="39094"/>
                    </a:cubicBezTo>
                    <a:lnTo>
                      <a:pt x="80753" y="16402"/>
                    </a:lnTo>
                    <a:cubicBezTo>
                      <a:pt x="80854" y="15705"/>
                      <a:pt x="80955" y="15007"/>
                      <a:pt x="80955" y="14287"/>
                    </a:cubicBezTo>
                    <a:cubicBezTo>
                      <a:pt x="80955" y="6401"/>
                      <a:pt x="74565" y="0"/>
                      <a:pt x="66668" y="0"/>
                    </a:cubicBezTo>
                    <a:cubicBezTo>
                      <a:pt x="58781" y="0"/>
                      <a:pt x="52380" y="6401"/>
                      <a:pt x="52380" y="14287"/>
                    </a:cubicBezTo>
                    <a:cubicBezTo>
                      <a:pt x="52380" y="15559"/>
                      <a:pt x="52605" y="16774"/>
                      <a:pt x="52909" y="17944"/>
                    </a:cubicBezTo>
                    <a:lnTo>
                      <a:pt x="22703" y="48150"/>
                    </a:lnTo>
                    <a:cubicBezTo>
                      <a:pt x="21533" y="47846"/>
                      <a:pt x="20318" y="47621"/>
                      <a:pt x="19046" y="47621"/>
                    </a:cubicBezTo>
                    <a:cubicBezTo>
                      <a:pt x="11160" y="47621"/>
                      <a:pt x="4759" y="54023"/>
                      <a:pt x="4759" y="61909"/>
                    </a:cubicBezTo>
                    <a:cubicBezTo>
                      <a:pt x="4759" y="69795"/>
                      <a:pt x="11160" y="76196"/>
                      <a:pt x="19046" y="76196"/>
                    </a:cubicBezTo>
                    <a:lnTo>
                      <a:pt x="19046" y="76196"/>
                    </a:lnTo>
                    <a:close/>
                  </a:path>
                </a:pathLst>
              </a:custGeom>
              <a:solidFill>
                <a:srgbClr val="1E32C8"/>
              </a:solidFill>
              <a:ln w="1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tângulo: Cantos Superiores Arredondados 42">
            <a:extLst>
              <a:ext uri="{FF2B5EF4-FFF2-40B4-BE49-F238E27FC236}">
                <a16:creationId xmlns:a16="http://schemas.microsoft.com/office/drawing/2014/main" id="{39D2C92C-675F-416E-BF00-EE508750B365}"/>
              </a:ext>
            </a:extLst>
          </p:cNvPr>
          <p:cNvSpPr/>
          <p:nvPr/>
        </p:nvSpPr>
        <p:spPr>
          <a:xfrm>
            <a:off x="833046" y="4417026"/>
            <a:ext cx="11122560" cy="280800"/>
          </a:xfrm>
          <a:prstGeom prst="round2SameRect">
            <a:avLst>
              <a:gd name="adj1" fmla="val 21976"/>
              <a:gd name="adj2" fmla="val 0"/>
            </a:avLst>
          </a:prstGeom>
          <a:solidFill>
            <a:srgbClr val="1F48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04B2A329-ED92-4161-97F0-F2C46CED572F}"/>
              </a:ext>
            </a:extLst>
          </p:cNvPr>
          <p:cNvSpPr/>
          <p:nvPr/>
        </p:nvSpPr>
        <p:spPr>
          <a:xfrm>
            <a:off x="5276674" y="2034152"/>
            <a:ext cx="2340529" cy="20583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878C2E4D-F46C-426C-B71E-86625AD8D50D}"/>
              </a:ext>
            </a:extLst>
          </p:cNvPr>
          <p:cNvSpPr/>
          <p:nvPr/>
        </p:nvSpPr>
        <p:spPr>
          <a:xfrm>
            <a:off x="222670" y="232921"/>
            <a:ext cx="183600" cy="183600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chemeClr val="bg1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133A8D2-3B33-40A7-90E4-C983F1B901C4}"/>
              </a:ext>
            </a:extLst>
          </p:cNvPr>
          <p:cNvSpPr txBox="1"/>
          <p:nvPr/>
        </p:nvSpPr>
        <p:spPr>
          <a:xfrm>
            <a:off x="1348706" y="45417"/>
            <a:ext cx="5384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 OPERAÇÕES DE CRÉDITO</a:t>
            </a:r>
          </a:p>
        </p:txBody>
      </p:sp>
    </p:spTree>
    <p:extLst>
      <p:ext uri="{BB962C8B-B14F-4D97-AF65-F5344CB8AC3E}">
        <p14:creationId xmlns:p14="http://schemas.microsoft.com/office/powerpoint/2010/main" val="19815611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Tema do Office">
  <a:themeElements>
    <a:clrScheme name="Personalizada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4A99"/>
      </a:accent1>
      <a:accent2>
        <a:srgbClr val="0ECC88"/>
      </a:accent2>
      <a:accent3>
        <a:srgbClr val="CC0E53"/>
      </a:accent3>
      <a:accent4>
        <a:srgbClr val="F1963A"/>
      </a:accent4>
      <a:accent5>
        <a:srgbClr val="F06549"/>
      </a:accent5>
      <a:accent6>
        <a:srgbClr val="1E32C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16</Words>
  <Application>Microsoft Office PowerPoint</Application>
  <PresentationFormat>Widescreen</PresentationFormat>
  <Paragraphs>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Lucida Sans</vt:lpstr>
      <vt:lpstr>Tema do Office</vt:lpstr>
      <vt:lpstr>2_Tema do Office</vt:lpstr>
      <vt:lpstr>11_Tema do Office</vt:lpstr>
      <vt:lpstr>12_Tema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KENNEDY SOPHIA JUNIOR</cp:lastModifiedBy>
  <cp:revision>49</cp:revision>
  <dcterms:created xsi:type="dcterms:W3CDTF">2020-05-27T20:02:15Z</dcterms:created>
  <dcterms:modified xsi:type="dcterms:W3CDTF">2022-10-06T22:19:37Z</dcterms:modified>
</cp:coreProperties>
</file>